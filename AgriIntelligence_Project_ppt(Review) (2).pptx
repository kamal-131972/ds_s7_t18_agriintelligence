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3" r:id="rId6"/>
    <p:sldId id="902" r:id="rId7"/>
    <p:sldId id="258" r:id="rId8"/>
    <p:sldId id="905" r:id="rId9"/>
    <p:sldId id="259" r:id="rId10"/>
    <p:sldId id="260" r:id="rId11"/>
    <p:sldId id="9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894944" y="2991885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7/09/2026 &amp; 10:00 AM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557016"/>
              </p:ext>
            </p:extLst>
          </p:nvPr>
        </p:nvGraphicFramePr>
        <p:xfrm>
          <a:off x="8464491" y="4898509"/>
          <a:ext cx="3254929" cy="94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4929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597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 Kamal  - 2420030290</a:t>
                      </a:r>
                      <a:b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 Chandra - 2420030291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 Khethana - 2420030461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349371" y="4703012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649217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Bonagani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Prathusha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AgriIntelligence – An End-to-End Crop, Weather &amp; Market Analytics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1996077"/>
            <a:ext cx="107156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2931551" y="253249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" name="Content Box 90"/>
          <p:cNvSpPr txBox="1"/>
          <p:nvPr/>
        </p:nvSpPr>
        <p:spPr>
          <a:xfrm>
            <a:off x="822960" y="1350000"/>
            <a:ext cx="10600000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highly dependent on crop conditions, weather patterns, and market prices, but this information is often available in separate datasets and is difficult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together. Farmers and agricultural stakeholders may struggle to identify suitable crop conditions, estimate expected yield, understand weather-related impacts, and track changing market prices.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AgriIntelligence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address this problem by developing an end-to-end data analytics platform that integrates crop, weather, and agricultural market data. The system performs data preprocessing, exploratory analysis, visualization, and machine-learning-based crop yield prediction to generate meaningful insights.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helps users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agricultural data, predict crop yield, understand market price trends, and support data-driven agricultural decision-making through a simple interactive interface.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" name="Content Box 90"/>
          <p:cNvSpPr txBox="1"/>
          <p:nvPr/>
        </p:nvSpPr>
        <p:spPr>
          <a:xfrm>
            <a:off x="822960" y="1350000"/>
            <a:ext cx="10600000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integrate crop, weather, and agricultural market datasets into a single platform.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agricultural data by handling missing values, duplicates, inconsistent formats, and invalid records.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crop and weather patterns to identify factors that influence crop production and yield.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to predict crop yield based on relevant agricultural and environmental factors.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prices to understand commodity price variations and trends across markets.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interactive visualizations such as charts and graphs for easy interpretation of agricultural data.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easy-to-use dashboard that presents predictions, market insights, and analytical results in one place.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decision-making by converting agricultural data into meaningful and actionable insights.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3476635"/>
              </p:ext>
            </p:extLst>
          </p:nvPr>
        </p:nvGraphicFramePr>
        <p:xfrm>
          <a:off x="274646" y="689466"/>
          <a:ext cx="11642705" cy="494615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26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7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Thomas van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Klompenburg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Yield Prediction Using Machine Learning: A Systematic Literature Review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models using weather, soil and crop data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and soil factors are important for predicting crop yield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diverse datasets and better models can improve predictions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136319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Elavarasan et al.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Forecasting Yield by Integrating Agrarian Factors and Machine Learning Models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models combining agricultural and climate factors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multiple agricultural factors improves yield forecasting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environmental and regional factors can be included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849972"/>
                  </a:ext>
                </a:extLst>
              </a:tr>
              <a:tr h="11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R. Prasad et al.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Weather-Based Statistical and Neural Network Tools for Forecasting Rice Yields in Major Growing Districts of Karnataka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data + statistical and ANN models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information can be effectively used to forecast crop yield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is focused mainly on rice and specific districts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23117"/>
                  </a:ext>
                </a:extLst>
              </a:tr>
              <a:tr h="11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Payal Mahajan et al.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Forecasting Agricultural Commodity Prices Using Machine Learning Models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models using historical agricultural market prices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can identify patterns in commodity prices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Weather, production and other external factors can be integrated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62878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" name="Content Box 90"/>
          <p:cNvSpPr txBox="1"/>
          <p:nvPr/>
        </p:nvSpPr>
        <p:spPr>
          <a:xfrm>
            <a:off x="796000" y="1426128"/>
            <a:ext cx="10600000" cy="4831794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agricultural systems often focus on only one aspect, such as crop-yield prediction or market-price analysis.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Crop, weather, and market data are often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separately.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and stakeholders need to interpret large and complex datasets, which can be difficult without a simple platform.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approaches lack a single interactive system for prediction, analysis, and visualization.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integrated and user-friendly platform that combines agricultural data analysis with crop-yield prediction and market insights. </a:t>
            </a:r>
          </a:p>
          <a:p>
            <a:pPr lvl="0"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unified platform that combines crop, weather, yield prediction, and market analytics to provide meaningful agricultural insights.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D6AA50-640A-0DB3-F279-0706F6C7C3BD}"/>
              </a:ext>
            </a:extLst>
          </p:cNvPr>
          <p:cNvSpPr txBox="1"/>
          <p:nvPr/>
        </p:nvSpPr>
        <p:spPr>
          <a:xfrm>
            <a:off x="510330" y="635126"/>
            <a:ext cx="5585670" cy="5587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Tools Used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Development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programming language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Development environment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analysis and experimentation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&amp; Visualization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loading, cleaning and preprocessing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Numerical data processing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visualization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Statistical visualization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Machine learning implementation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Crop yield prediction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Saving and loading the trained ML model </a:t>
            </a: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7C41E-4460-FD1C-DB10-0F9798EBB85A}"/>
              </a:ext>
            </a:extLst>
          </p:cNvPr>
          <p:cNvSpPr txBox="1"/>
          <p:nvPr/>
        </p:nvSpPr>
        <p:spPr>
          <a:xfrm>
            <a:off x="6233022" y="926024"/>
            <a:ext cx="558567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web dashboard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Yield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Crop, country, year, rainfall, pesticides, temperature and yield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Market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State, district, market, commodity, arrival date and price information</a:t>
            </a:r>
          </a:p>
          <a:p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5FA36-A826-44AA-56B7-8D4333B93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8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43501" y="441177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" name="Content Box 90"/>
          <p:cNvSpPr txBox="1"/>
          <p:nvPr/>
        </p:nvSpPr>
        <p:spPr>
          <a:xfrm>
            <a:off x="795999" y="1370491"/>
            <a:ext cx="10600000" cy="4870917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Agricultural Platform: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crop, weather, yield prediction, and market data in one system.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Yield Prediction: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machine learning to estimate crop yield from agricultural and environmental factors.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Intelligence: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commodity price comparisons and market trends to understand price variations.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predictions, graphs, and insights through a simple user-friendly interface.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raw agricultural datasets into easy-to-understand visual information for better decision-making.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Approach: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Covers the complete process from data collection → preprocessing → analysis → prediction → visualization.</a:t>
            </a:r>
          </a:p>
          <a:p>
            <a:pPr lvl="0"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AgriIntelligence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multiple agricultural analytics capabilities into a single end-to-end platform instead of addressing crop prediction, weather analysis, and market analytics separately.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57325" y="236804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796000" y="944690"/>
            <a:ext cx="10600000" cy="2176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Python, Pandas, Scikit-learn, Matplotlib/Seaborn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suitable for implementation on a Windows laptop.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publicly available crop and agricultural market datasets for analysis and model development.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mainly open-source tools and datasets, so implementation cost is low. development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can be completed within the academic project timeline through modular.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Practicality: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crop-yield predictions, market analysis, and visual insights through a single dashboard.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50" name="Tim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38987"/>
              </p:ext>
            </p:extLst>
          </p:nvPr>
        </p:nvGraphicFramePr>
        <p:xfrm>
          <a:off x="796000" y="3242796"/>
          <a:ext cx="10600000" cy="343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8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Project Phase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Duration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Key Deliverable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0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1: Requirement Analysis &amp; Data Collection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Finalized crop, weather and market datasets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2: Data Preprocessing &amp; EDA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Cleaned datasets and exploratory analysis results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3: ML Model Development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ML models for each prediction 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04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4: Market Analytics &amp; Dashboard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dashboard with market insights and visualizations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05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5: Testing, Evaluation &amp; Documentation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Validated results, final dashboard and project report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322333-CE0C-C1A0-CBA1-78E5BE8406A7}"/>
              </a:ext>
            </a:extLst>
          </p:cNvPr>
          <p:cNvSpPr txBox="1"/>
          <p:nvPr/>
        </p:nvSpPr>
        <p:spPr>
          <a:xfrm>
            <a:off x="3707934" y="2659309"/>
            <a:ext cx="56122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F0072-1E51-9465-47E3-BC47CA65F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2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1080</Words>
  <Application>Microsoft Office PowerPoint</Application>
  <PresentationFormat>Widescreen</PresentationFormat>
  <Paragraphs>144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khethana ganta</cp:lastModifiedBy>
  <cp:revision>34</cp:revision>
  <dcterms:created xsi:type="dcterms:W3CDTF">2026-08-08T06:33:56Z</dcterms:created>
  <dcterms:modified xsi:type="dcterms:W3CDTF">2026-09-17T05:37:40Z</dcterms:modified>
</cp:coreProperties>
</file>