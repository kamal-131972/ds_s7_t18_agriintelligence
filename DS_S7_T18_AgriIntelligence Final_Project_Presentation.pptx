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9" r:id="rId3"/>
    <p:sldId id="260" r:id="rId4"/>
    <p:sldId id="261" r:id="rId5"/>
    <p:sldId id="262" r:id="rId6"/>
    <p:sldId id="263" r:id="rId7"/>
    <p:sldId id="264" r:id="rId8"/>
    <p:sldId id="280"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E519BB-908C-7054-988E-A737C8B42486}">
          <p14:sldIdLst>
            <p14:sldId id="256"/>
          </p14:sldIdLst>
        </p14:section>
        <p14:section name="Introduction" id="{FB74DDAE-A495-2556-DB12-0BFA8BE163F3}">
          <p14:sldIdLst>
            <p14:sldId id="259"/>
            <p14:sldId id="260"/>
            <p14:sldId id="261"/>
          </p14:sldIdLst>
        </p14:section>
        <p14:section name="Design" id="{3170D106-C7CB-F10D-B84B-7D18C87C541F}">
          <p14:sldIdLst>
            <p14:sldId id="262"/>
            <p14:sldId id="263"/>
            <p14:sldId id="264"/>
          </p14:sldIdLst>
        </p14:section>
        <p14:section name="Data &amp; Modules" id="{CCC749E1-25E2-0FF7-5765-91348A529919}">
          <p14:sldIdLst>
            <p14:sldId id="280"/>
            <p14:sldId id="266"/>
            <p14:sldId id="267"/>
          </p14:sldIdLst>
        </p14:section>
        <p14:section name="Implementation" id="{345CE970-9249-0A84-2059-6D87FD76B9A6}">
          <p14:sldIdLst>
            <p14:sldId id="268"/>
            <p14:sldId id="269"/>
            <p14:sldId id="270"/>
          </p14:sldIdLst>
        </p14:section>
        <p14:section name="Results" id="{D5D51475-46C5-7E36-47B8-2EA0AD9A178F}">
          <p14:sldIdLst>
            <p14:sldId id="271"/>
            <p14:sldId id="272"/>
            <p14:sldId id="273"/>
          </p14:sldIdLst>
        </p14:section>
        <p14:section name="Wrap-up" id="{1355F605-AFD4-FF77-F015-35620F12C2F6}">
          <p14:sldIdLst>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C63461-059B-4B01-9627-2D895B54C2A8}" v="144" dt="2026-10-31T04:15:35.6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2" autoAdjust="0"/>
    <p:restoredTop sz="94610"/>
  </p:normalViewPr>
  <p:slideViewPr>
    <p:cSldViewPr snapToGrid="0" snapToObjects="1">
      <p:cViewPr varScale="1">
        <p:scale>
          <a:sx n="77" d="100"/>
          <a:sy n="77" d="100"/>
        </p:scale>
        <p:origin x="80"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ethana ganta" userId="c7786f2083535dee" providerId="LiveId" clId="{29500FE1-9FCC-4AEA-839A-4E7D98CCD835}"/>
    <pc:docChg chg="undo custSel addSld delSld modSld modSection">
      <pc:chgData name="khethana ganta" userId="c7786f2083535dee" providerId="LiveId" clId="{29500FE1-9FCC-4AEA-839A-4E7D98CCD835}" dt="2026-10-31T04:17:13.461" v="1694" actId="20577"/>
      <pc:docMkLst>
        <pc:docMk/>
      </pc:docMkLst>
      <pc:sldChg chg="addSp delSp modSp mod">
        <pc:chgData name="khethana ganta" userId="c7786f2083535dee" providerId="LiveId" clId="{29500FE1-9FCC-4AEA-839A-4E7D98CCD835}" dt="2026-10-31T04:04:25.363" v="1397" actId="2711"/>
        <pc:sldMkLst>
          <pc:docMk/>
          <pc:sldMk cId="0" sldId="256"/>
        </pc:sldMkLst>
        <pc:spChg chg="mod">
          <ac:chgData name="khethana ganta" userId="c7786f2083535dee" providerId="LiveId" clId="{29500FE1-9FCC-4AEA-839A-4E7D98CCD835}" dt="2026-10-31T04:04:17.667" v="1395" actId="2711"/>
          <ac:spMkLst>
            <pc:docMk/>
            <pc:sldMk cId="0" sldId="256"/>
            <ac:spMk id="2" creationId="{00000000-0000-0000-0000-000000000000}"/>
          </ac:spMkLst>
        </pc:spChg>
        <pc:spChg chg="mod">
          <ac:chgData name="khethana ganta" userId="c7786f2083535dee" providerId="LiveId" clId="{29500FE1-9FCC-4AEA-839A-4E7D98CCD835}" dt="2026-10-31T04:04:21.732" v="1396" actId="2711"/>
          <ac:spMkLst>
            <pc:docMk/>
            <pc:sldMk cId="0" sldId="256"/>
            <ac:spMk id="3" creationId="{00000000-0000-0000-0000-000000000000}"/>
          </ac:spMkLst>
        </pc:spChg>
        <pc:spChg chg="mod">
          <ac:chgData name="khethana ganta" userId="c7786f2083535dee" providerId="LiveId" clId="{29500FE1-9FCC-4AEA-839A-4E7D98CCD835}" dt="2026-10-31T04:04:25.363" v="1397" actId="2711"/>
          <ac:spMkLst>
            <pc:docMk/>
            <pc:sldMk cId="0" sldId="256"/>
            <ac:spMk id="4" creationId="{00000000-0000-0000-0000-000000000000}"/>
          </ac:spMkLst>
        </pc:spChg>
        <pc:spChg chg="del mod">
          <ac:chgData name="khethana ganta" userId="c7786f2083535dee" providerId="LiveId" clId="{29500FE1-9FCC-4AEA-839A-4E7D98CCD835}" dt="2026-10-30T06:43:03.473" v="2" actId="478"/>
          <ac:spMkLst>
            <pc:docMk/>
            <pc:sldMk cId="0" sldId="256"/>
            <ac:spMk id="5" creationId="{00000000-0000-0000-0000-000000000000}"/>
          </ac:spMkLst>
        </pc:spChg>
        <pc:spChg chg="add del mod">
          <ac:chgData name="khethana ganta" userId="c7786f2083535dee" providerId="LiveId" clId="{29500FE1-9FCC-4AEA-839A-4E7D98CCD835}" dt="2026-10-30T06:43:10.887" v="6" actId="478"/>
          <ac:spMkLst>
            <pc:docMk/>
            <pc:sldMk cId="0" sldId="256"/>
            <ac:spMk id="7" creationId="{8C3F2D04-4275-18AD-0CD2-FDFE9A48DE81}"/>
          </ac:spMkLst>
        </pc:spChg>
        <pc:spChg chg="add mod">
          <ac:chgData name="khethana ganta" userId="c7786f2083535dee" providerId="LiveId" clId="{29500FE1-9FCC-4AEA-839A-4E7D98CCD835}" dt="2026-10-30T06:43:20.140" v="12" actId="1076"/>
          <ac:spMkLst>
            <pc:docMk/>
            <pc:sldMk cId="0" sldId="256"/>
            <ac:spMk id="9" creationId="{C2F8955F-C058-4F32-351B-2B05533A7F2F}"/>
          </ac:spMkLst>
        </pc:spChg>
        <pc:graphicFrameChg chg="add del mod modGraphic">
          <ac:chgData name="khethana ganta" userId="c7786f2083535dee" providerId="LiveId" clId="{29500FE1-9FCC-4AEA-839A-4E7D98CCD835}" dt="2026-10-30T06:45:32.302" v="38" actId="478"/>
          <ac:graphicFrameMkLst>
            <pc:docMk/>
            <pc:sldMk cId="0" sldId="256"/>
            <ac:graphicFrameMk id="10" creationId="{AE8BA238-3D29-AA88-18A4-0F8348BABA9C}"/>
          </ac:graphicFrameMkLst>
        </pc:graphicFrameChg>
        <pc:graphicFrameChg chg="add del mod">
          <ac:chgData name="khethana ganta" userId="c7786f2083535dee" providerId="LiveId" clId="{29500FE1-9FCC-4AEA-839A-4E7D98CCD835}" dt="2026-10-30T06:45:44.245" v="40" actId="478"/>
          <ac:graphicFrameMkLst>
            <pc:docMk/>
            <pc:sldMk cId="0" sldId="256"/>
            <ac:graphicFrameMk id="11" creationId="{E9BBEFED-2E59-9241-2F64-CB6CC068D415}"/>
          </ac:graphicFrameMkLst>
        </pc:graphicFrameChg>
      </pc:sldChg>
      <pc:sldChg chg="modSp mod">
        <pc:chgData name="khethana ganta" userId="c7786f2083535dee" providerId="LiveId" clId="{29500FE1-9FCC-4AEA-839A-4E7D98CCD835}" dt="2026-10-31T04:04:55.565" v="1403" actId="2711"/>
        <pc:sldMkLst>
          <pc:docMk/>
          <pc:sldMk cId="0" sldId="259"/>
        </pc:sldMkLst>
        <pc:spChg chg="mod">
          <ac:chgData name="khethana ganta" userId="c7786f2083535dee" providerId="LiveId" clId="{29500FE1-9FCC-4AEA-839A-4E7D98CCD835}" dt="2026-10-31T04:04:36.979" v="1398" actId="2711"/>
          <ac:spMkLst>
            <pc:docMk/>
            <pc:sldMk cId="0" sldId="259"/>
            <ac:spMk id="7" creationId="{00000000-0000-0000-0000-000000000000}"/>
          </ac:spMkLst>
        </pc:spChg>
        <pc:spChg chg="mod">
          <ac:chgData name="khethana ganta" userId="c7786f2083535dee" providerId="LiveId" clId="{29500FE1-9FCC-4AEA-839A-4E7D98CCD835}" dt="2026-10-31T04:04:40.951" v="1399" actId="2711"/>
          <ac:spMkLst>
            <pc:docMk/>
            <pc:sldMk cId="0" sldId="259"/>
            <ac:spMk id="8" creationId="{00000000-0000-0000-0000-000000000000}"/>
          </ac:spMkLst>
        </pc:spChg>
        <pc:spChg chg="mod">
          <ac:chgData name="khethana ganta" userId="c7786f2083535dee" providerId="LiveId" clId="{29500FE1-9FCC-4AEA-839A-4E7D98CCD835}" dt="2026-10-31T04:04:44.809" v="1400" actId="2711"/>
          <ac:spMkLst>
            <pc:docMk/>
            <pc:sldMk cId="0" sldId="259"/>
            <ac:spMk id="12" creationId="{00000000-0000-0000-0000-000000000000}"/>
          </ac:spMkLst>
        </pc:spChg>
        <pc:spChg chg="mod">
          <ac:chgData name="khethana ganta" userId="c7786f2083535dee" providerId="LiveId" clId="{29500FE1-9FCC-4AEA-839A-4E7D98CCD835}" dt="2026-10-31T04:04:47.917" v="1401" actId="2711"/>
          <ac:spMkLst>
            <pc:docMk/>
            <pc:sldMk cId="0" sldId="259"/>
            <ac:spMk id="13" creationId="{00000000-0000-0000-0000-000000000000}"/>
          </ac:spMkLst>
        </pc:spChg>
        <pc:spChg chg="mod">
          <ac:chgData name="khethana ganta" userId="c7786f2083535dee" providerId="LiveId" clId="{29500FE1-9FCC-4AEA-839A-4E7D98CCD835}" dt="2026-10-31T04:04:51.932" v="1402" actId="2711"/>
          <ac:spMkLst>
            <pc:docMk/>
            <pc:sldMk cId="0" sldId="259"/>
            <ac:spMk id="17" creationId="{00000000-0000-0000-0000-000000000000}"/>
          </ac:spMkLst>
        </pc:spChg>
        <pc:spChg chg="mod">
          <ac:chgData name="khethana ganta" userId="c7786f2083535dee" providerId="LiveId" clId="{29500FE1-9FCC-4AEA-839A-4E7D98CCD835}" dt="2026-10-31T04:04:55.565" v="1403" actId="2711"/>
          <ac:spMkLst>
            <pc:docMk/>
            <pc:sldMk cId="0" sldId="259"/>
            <ac:spMk id="18" creationId="{00000000-0000-0000-0000-000000000000}"/>
          </ac:spMkLst>
        </pc:spChg>
        <pc:picChg chg="mod">
          <ac:chgData name="khethana ganta" userId="c7786f2083535dee" providerId="LiveId" clId="{29500FE1-9FCC-4AEA-839A-4E7D98CCD835}" dt="2026-10-30T08:01:02.445" v="561" actId="14100"/>
          <ac:picMkLst>
            <pc:docMk/>
            <pc:sldMk cId="0" sldId="259"/>
            <ac:picMk id="3" creationId="{B188D5FB-BFCC-3407-E454-3ADAFD27BA75}"/>
          </ac:picMkLst>
        </pc:picChg>
        <pc:picChg chg="mod">
          <ac:chgData name="khethana ganta" userId="c7786f2083535dee" providerId="LiveId" clId="{29500FE1-9FCC-4AEA-839A-4E7D98CCD835}" dt="2026-10-30T06:49:56.085" v="184" actId="1076"/>
          <ac:picMkLst>
            <pc:docMk/>
            <pc:sldMk cId="0" sldId="259"/>
            <ac:picMk id="6" creationId="{00000000-0000-0000-0000-000000000000}"/>
          </ac:picMkLst>
        </pc:picChg>
      </pc:sldChg>
      <pc:sldChg chg="addSp delSp modSp mod">
        <pc:chgData name="khethana ganta" userId="c7786f2083535dee" providerId="LiveId" clId="{29500FE1-9FCC-4AEA-839A-4E7D98CCD835}" dt="2026-10-31T04:05:29.224" v="1409" actId="2711"/>
        <pc:sldMkLst>
          <pc:docMk/>
          <pc:sldMk cId="0" sldId="260"/>
        </pc:sldMkLst>
        <pc:spChg chg="mod">
          <ac:chgData name="khethana ganta" userId="c7786f2083535dee" providerId="LiveId" clId="{29500FE1-9FCC-4AEA-839A-4E7D98CCD835}" dt="2026-10-31T04:05:03.039" v="1404" actId="2711"/>
          <ac:spMkLst>
            <pc:docMk/>
            <pc:sldMk cId="0" sldId="260"/>
            <ac:spMk id="4" creationId="{00000000-0000-0000-0000-000000000000}"/>
          </ac:spMkLst>
        </pc:spChg>
        <pc:spChg chg="mod">
          <ac:chgData name="khethana ganta" userId="c7786f2083535dee" providerId="LiveId" clId="{29500FE1-9FCC-4AEA-839A-4E7D98CCD835}" dt="2026-10-31T04:05:14.275" v="1405" actId="2711"/>
          <ac:spMkLst>
            <pc:docMk/>
            <pc:sldMk cId="0" sldId="260"/>
            <ac:spMk id="6" creationId="{00000000-0000-0000-0000-000000000000}"/>
          </ac:spMkLst>
        </pc:spChg>
        <pc:spChg chg="mod">
          <ac:chgData name="khethana ganta" userId="c7786f2083535dee" providerId="LiveId" clId="{29500FE1-9FCC-4AEA-839A-4E7D98CCD835}" dt="2026-10-30T06:52:31.221" v="204" actId="1076"/>
          <ac:spMkLst>
            <pc:docMk/>
            <pc:sldMk cId="0" sldId="260"/>
            <ac:spMk id="7" creationId="{00000000-0000-0000-0000-000000000000}"/>
          </ac:spMkLst>
        </pc:spChg>
        <pc:spChg chg="mod">
          <ac:chgData name="khethana ganta" userId="c7786f2083535dee" providerId="LiveId" clId="{29500FE1-9FCC-4AEA-839A-4E7D98CCD835}" dt="2026-10-31T04:05:18.836" v="1406" actId="2711"/>
          <ac:spMkLst>
            <pc:docMk/>
            <pc:sldMk cId="0" sldId="260"/>
            <ac:spMk id="8" creationId="{00000000-0000-0000-0000-000000000000}"/>
          </ac:spMkLst>
        </pc:spChg>
        <pc:spChg chg="mod">
          <ac:chgData name="khethana ganta" userId="c7786f2083535dee" providerId="LiveId" clId="{29500FE1-9FCC-4AEA-839A-4E7D98CCD835}" dt="2026-10-30T06:52:44.966" v="207" actId="1076"/>
          <ac:spMkLst>
            <pc:docMk/>
            <pc:sldMk cId="0" sldId="260"/>
            <ac:spMk id="9" creationId="{00000000-0000-0000-0000-000000000000}"/>
          </ac:spMkLst>
        </pc:spChg>
        <pc:spChg chg="mod">
          <ac:chgData name="khethana ganta" userId="c7786f2083535dee" providerId="LiveId" clId="{29500FE1-9FCC-4AEA-839A-4E7D98CCD835}" dt="2026-10-31T04:05:21.724" v="1407" actId="2711"/>
          <ac:spMkLst>
            <pc:docMk/>
            <pc:sldMk cId="0" sldId="260"/>
            <ac:spMk id="10" creationId="{00000000-0000-0000-0000-000000000000}"/>
          </ac:spMkLst>
        </pc:spChg>
        <pc:spChg chg="mod">
          <ac:chgData name="khethana ganta" userId="c7786f2083535dee" providerId="LiveId" clId="{29500FE1-9FCC-4AEA-839A-4E7D98CCD835}" dt="2026-10-30T06:52:40.881" v="206" actId="1076"/>
          <ac:spMkLst>
            <pc:docMk/>
            <pc:sldMk cId="0" sldId="260"/>
            <ac:spMk id="11" creationId="{00000000-0000-0000-0000-000000000000}"/>
          </ac:spMkLst>
        </pc:spChg>
        <pc:spChg chg="mod">
          <ac:chgData name="khethana ganta" userId="c7786f2083535dee" providerId="LiveId" clId="{29500FE1-9FCC-4AEA-839A-4E7D98CCD835}" dt="2026-10-31T04:05:25.339" v="1408" actId="2711"/>
          <ac:spMkLst>
            <pc:docMk/>
            <pc:sldMk cId="0" sldId="260"/>
            <ac:spMk id="12" creationId="{00000000-0000-0000-0000-000000000000}"/>
          </ac:spMkLst>
        </pc:spChg>
        <pc:spChg chg="add mod">
          <ac:chgData name="khethana ganta" userId="c7786f2083535dee" providerId="LiveId" clId="{29500FE1-9FCC-4AEA-839A-4E7D98CCD835}" dt="2026-10-30T06:52:23.350" v="203" actId="20577"/>
          <ac:spMkLst>
            <pc:docMk/>
            <pc:sldMk cId="0" sldId="260"/>
            <ac:spMk id="13" creationId="{CB1B7C42-B8B1-08B5-128D-526AA9BA4E44}"/>
          </ac:spMkLst>
        </pc:spChg>
        <pc:spChg chg="add mod">
          <ac:chgData name="khethana ganta" userId="c7786f2083535dee" providerId="LiveId" clId="{29500FE1-9FCC-4AEA-839A-4E7D98CCD835}" dt="2026-10-31T04:05:29.224" v="1409" actId="2711"/>
          <ac:spMkLst>
            <pc:docMk/>
            <pc:sldMk cId="0" sldId="260"/>
            <ac:spMk id="16" creationId="{FF6471A0-2AFE-62DF-81DA-0968751988E9}"/>
          </ac:spMkLst>
        </pc:spChg>
        <pc:spChg chg="add del mod">
          <ac:chgData name="khethana ganta" userId="c7786f2083535dee" providerId="LiveId" clId="{29500FE1-9FCC-4AEA-839A-4E7D98CCD835}" dt="2026-10-30T06:53:49.737" v="222"/>
          <ac:spMkLst>
            <pc:docMk/>
            <pc:sldMk cId="0" sldId="260"/>
            <ac:spMk id="17" creationId="{24212871-DA6C-4E9D-C28B-1E4AB0D38633}"/>
          </ac:spMkLst>
        </pc:spChg>
        <pc:spChg chg="add del mod">
          <ac:chgData name="khethana ganta" userId="c7786f2083535dee" providerId="LiveId" clId="{29500FE1-9FCC-4AEA-839A-4E7D98CCD835}" dt="2026-10-30T06:53:54.870" v="225" actId="478"/>
          <ac:spMkLst>
            <pc:docMk/>
            <pc:sldMk cId="0" sldId="260"/>
            <ac:spMk id="18" creationId="{10A79145-F8AA-827D-FECD-FEDBDF332620}"/>
          </ac:spMkLst>
        </pc:spChg>
        <pc:spChg chg="add del mod">
          <ac:chgData name="khethana ganta" userId="c7786f2083535dee" providerId="LiveId" clId="{29500FE1-9FCC-4AEA-839A-4E7D98CCD835}" dt="2026-10-30T06:54:06.456" v="231"/>
          <ac:spMkLst>
            <pc:docMk/>
            <pc:sldMk cId="0" sldId="260"/>
            <ac:spMk id="19" creationId="{D3D15E47-8B04-046E-7F95-CC68745BD523}"/>
          </ac:spMkLst>
        </pc:spChg>
        <pc:spChg chg="add del mod">
          <ac:chgData name="khethana ganta" userId="c7786f2083535dee" providerId="LiveId" clId="{29500FE1-9FCC-4AEA-839A-4E7D98CCD835}" dt="2026-10-30T06:54:08.459" v="234"/>
          <ac:spMkLst>
            <pc:docMk/>
            <pc:sldMk cId="0" sldId="260"/>
            <ac:spMk id="21" creationId="{D7E0551E-4281-67C5-8A19-8D356B7F14E3}"/>
          </ac:spMkLst>
        </pc:spChg>
        <pc:picChg chg="del mod">
          <ac:chgData name="khethana ganta" userId="c7786f2083535dee" providerId="LiveId" clId="{29500FE1-9FCC-4AEA-839A-4E7D98CCD835}" dt="2026-10-30T06:54:01.339" v="228" actId="478"/>
          <ac:picMkLst>
            <pc:docMk/>
            <pc:sldMk cId="0" sldId="260"/>
            <ac:picMk id="20" creationId="{00000000-0000-0000-0000-000000000000}"/>
          </ac:picMkLst>
        </pc:picChg>
      </pc:sldChg>
      <pc:sldChg chg="modSp mod">
        <pc:chgData name="khethana ganta" userId="c7786f2083535dee" providerId="LiveId" clId="{29500FE1-9FCC-4AEA-839A-4E7D98CCD835}" dt="2026-10-31T04:05:48.308" v="1412" actId="2711"/>
        <pc:sldMkLst>
          <pc:docMk/>
          <pc:sldMk cId="0" sldId="261"/>
        </pc:sldMkLst>
        <pc:spChg chg="mod">
          <ac:chgData name="khethana ganta" userId="c7786f2083535dee" providerId="LiveId" clId="{29500FE1-9FCC-4AEA-839A-4E7D98CCD835}" dt="2026-10-30T06:58:33.515" v="277" actId="1076"/>
          <ac:spMkLst>
            <pc:docMk/>
            <pc:sldMk cId="0" sldId="261"/>
            <ac:spMk id="2" creationId="{00000000-0000-0000-0000-000000000000}"/>
          </ac:spMkLst>
        </pc:spChg>
        <pc:spChg chg="mod">
          <ac:chgData name="khethana ganta" userId="c7786f2083535dee" providerId="LiveId" clId="{29500FE1-9FCC-4AEA-839A-4E7D98CCD835}" dt="2026-10-30T06:58:22.970" v="276" actId="1076"/>
          <ac:spMkLst>
            <pc:docMk/>
            <pc:sldMk cId="0" sldId="261"/>
            <ac:spMk id="5" creationId="{00000000-0000-0000-0000-000000000000}"/>
          </ac:spMkLst>
        </pc:spChg>
        <pc:spChg chg="mod">
          <ac:chgData name="khethana ganta" userId="c7786f2083535dee" providerId="LiveId" clId="{29500FE1-9FCC-4AEA-839A-4E7D98CCD835}" dt="2026-10-30T06:58:54.733" v="281" actId="1076"/>
          <ac:spMkLst>
            <pc:docMk/>
            <pc:sldMk cId="0" sldId="261"/>
            <ac:spMk id="6" creationId="{00000000-0000-0000-0000-000000000000}"/>
          </ac:spMkLst>
        </pc:spChg>
        <pc:spChg chg="mod">
          <ac:chgData name="khethana ganta" userId="c7786f2083535dee" providerId="LiveId" clId="{29500FE1-9FCC-4AEA-839A-4E7D98CCD835}" dt="2026-10-31T04:05:48.308" v="1412" actId="2711"/>
          <ac:spMkLst>
            <pc:docMk/>
            <pc:sldMk cId="0" sldId="261"/>
            <ac:spMk id="8" creationId="{00000000-0000-0000-0000-000000000000}"/>
          </ac:spMkLst>
        </pc:spChg>
        <pc:spChg chg="mod">
          <ac:chgData name="khethana ganta" userId="c7786f2083535dee" providerId="LiveId" clId="{29500FE1-9FCC-4AEA-839A-4E7D98CCD835}" dt="2026-10-31T04:05:45.020" v="1411" actId="2711"/>
          <ac:spMkLst>
            <pc:docMk/>
            <pc:sldMk cId="0" sldId="261"/>
            <ac:spMk id="9" creationId="{00000000-0000-0000-0000-000000000000}"/>
          </ac:spMkLst>
        </pc:spChg>
        <pc:graphicFrameChg chg="mod modGraphic">
          <ac:chgData name="khethana ganta" userId="c7786f2083535dee" providerId="LiveId" clId="{29500FE1-9FCC-4AEA-839A-4E7D98CCD835}" dt="2026-10-31T04:05:40.839" v="1410" actId="2711"/>
          <ac:graphicFrameMkLst>
            <pc:docMk/>
            <pc:sldMk cId="0" sldId="261"/>
            <ac:graphicFrameMk id="7" creationId="{00000000-0000-0000-0000-000000000000}"/>
          </ac:graphicFrameMkLst>
        </pc:graphicFrameChg>
        <pc:picChg chg="mod">
          <ac:chgData name="khethana ganta" userId="c7786f2083535dee" providerId="LiveId" clId="{29500FE1-9FCC-4AEA-839A-4E7D98CCD835}" dt="2026-10-30T06:59:15.207" v="286" actId="1076"/>
          <ac:picMkLst>
            <pc:docMk/>
            <pc:sldMk cId="0" sldId="261"/>
            <ac:picMk id="3" creationId="{00000000-0000-0000-0000-000000000000}"/>
          </ac:picMkLst>
        </pc:picChg>
      </pc:sldChg>
      <pc:sldChg chg="modSp mod">
        <pc:chgData name="khethana ganta" userId="c7786f2083535dee" providerId="LiveId" clId="{29500FE1-9FCC-4AEA-839A-4E7D98CCD835}" dt="2026-10-31T04:08:39.393" v="1451" actId="1076"/>
        <pc:sldMkLst>
          <pc:docMk/>
          <pc:sldMk cId="0" sldId="262"/>
        </pc:sldMkLst>
        <pc:spChg chg="mod">
          <ac:chgData name="khethana ganta" userId="c7786f2083535dee" providerId="LiveId" clId="{29500FE1-9FCC-4AEA-839A-4E7D98CCD835}" dt="2026-10-31T04:07:47.710" v="1438" actId="14100"/>
          <ac:spMkLst>
            <pc:docMk/>
            <pc:sldMk cId="0" sldId="262"/>
            <ac:spMk id="4" creationId="{00000000-0000-0000-0000-000000000000}"/>
          </ac:spMkLst>
        </pc:spChg>
        <pc:spChg chg="mod">
          <ac:chgData name="khethana ganta" userId="c7786f2083535dee" providerId="LiveId" clId="{29500FE1-9FCC-4AEA-839A-4E7D98CCD835}" dt="2026-10-31T04:06:15.017" v="1418" actId="2711"/>
          <ac:spMkLst>
            <pc:docMk/>
            <pc:sldMk cId="0" sldId="262"/>
            <ac:spMk id="8" creationId="{00000000-0000-0000-0000-000000000000}"/>
          </ac:spMkLst>
        </pc:spChg>
        <pc:spChg chg="mod">
          <ac:chgData name="khethana ganta" userId="c7786f2083535dee" providerId="LiveId" clId="{29500FE1-9FCC-4AEA-839A-4E7D98CCD835}" dt="2026-10-31T04:05:55.813" v="1413" actId="2711"/>
          <ac:spMkLst>
            <pc:docMk/>
            <pc:sldMk cId="0" sldId="262"/>
            <ac:spMk id="9" creationId="{00000000-0000-0000-0000-000000000000}"/>
          </ac:spMkLst>
        </pc:spChg>
        <pc:spChg chg="mod">
          <ac:chgData name="khethana ganta" userId="c7786f2083535dee" providerId="LiveId" clId="{29500FE1-9FCC-4AEA-839A-4E7D98CCD835}" dt="2026-10-31T04:07:43.779" v="1437" actId="14100"/>
          <ac:spMkLst>
            <pc:docMk/>
            <pc:sldMk cId="0" sldId="262"/>
            <ac:spMk id="11" creationId="{00000000-0000-0000-0000-000000000000}"/>
          </ac:spMkLst>
        </pc:spChg>
        <pc:spChg chg="mod">
          <ac:chgData name="khethana ganta" userId="c7786f2083535dee" providerId="LiveId" clId="{29500FE1-9FCC-4AEA-839A-4E7D98CCD835}" dt="2026-10-31T04:06:58.505" v="1428" actId="1076"/>
          <ac:spMkLst>
            <pc:docMk/>
            <pc:sldMk cId="0" sldId="262"/>
            <ac:spMk id="15" creationId="{00000000-0000-0000-0000-000000000000}"/>
          </ac:spMkLst>
        </pc:spChg>
        <pc:spChg chg="mod">
          <ac:chgData name="khethana ganta" userId="c7786f2083535dee" providerId="LiveId" clId="{29500FE1-9FCC-4AEA-839A-4E7D98CCD835}" dt="2026-10-31T04:05:58.788" v="1414" actId="2711"/>
          <ac:spMkLst>
            <pc:docMk/>
            <pc:sldMk cId="0" sldId="262"/>
            <ac:spMk id="16" creationId="{00000000-0000-0000-0000-000000000000}"/>
          </ac:spMkLst>
        </pc:spChg>
        <pc:spChg chg="mod">
          <ac:chgData name="khethana ganta" userId="c7786f2083535dee" providerId="LiveId" clId="{29500FE1-9FCC-4AEA-839A-4E7D98CCD835}" dt="2026-10-31T04:07:50.299" v="1439" actId="14100"/>
          <ac:spMkLst>
            <pc:docMk/>
            <pc:sldMk cId="0" sldId="262"/>
            <ac:spMk id="18" creationId="{00000000-0000-0000-0000-000000000000}"/>
          </ac:spMkLst>
        </pc:spChg>
        <pc:spChg chg="mod">
          <ac:chgData name="khethana ganta" userId="c7786f2083535dee" providerId="LiveId" clId="{29500FE1-9FCC-4AEA-839A-4E7D98CCD835}" dt="2026-10-31T04:07:02.852" v="1429" actId="1076"/>
          <ac:spMkLst>
            <pc:docMk/>
            <pc:sldMk cId="0" sldId="262"/>
            <ac:spMk id="22" creationId="{00000000-0000-0000-0000-000000000000}"/>
          </ac:spMkLst>
        </pc:spChg>
        <pc:spChg chg="mod">
          <ac:chgData name="khethana ganta" userId="c7786f2083535dee" providerId="LiveId" clId="{29500FE1-9FCC-4AEA-839A-4E7D98CCD835}" dt="2026-10-31T04:06:02.031" v="1415" actId="2711"/>
          <ac:spMkLst>
            <pc:docMk/>
            <pc:sldMk cId="0" sldId="262"/>
            <ac:spMk id="23" creationId="{00000000-0000-0000-0000-000000000000}"/>
          </ac:spMkLst>
        </pc:spChg>
        <pc:spChg chg="mod">
          <ac:chgData name="khethana ganta" userId="c7786f2083535dee" providerId="LiveId" clId="{29500FE1-9FCC-4AEA-839A-4E7D98CCD835}" dt="2026-10-31T04:07:54.195" v="1440" actId="14100"/>
          <ac:spMkLst>
            <pc:docMk/>
            <pc:sldMk cId="0" sldId="262"/>
            <ac:spMk id="25" creationId="{00000000-0000-0000-0000-000000000000}"/>
          </ac:spMkLst>
        </pc:spChg>
        <pc:spChg chg="mod">
          <ac:chgData name="khethana ganta" userId="c7786f2083535dee" providerId="LiveId" clId="{29500FE1-9FCC-4AEA-839A-4E7D98CCD835}" dt="2026-10-31T04:07:08.454" v="1430" actId="1076"/>
          <ac:spMkLst>
            <pc:docMk/>
            <pc:sldMk cId="0" sldId="262"/>
            <ac:spMk id="29" creationId="{00000000-0000-0000-0000-000000000000}"/>
          </ac:spMkLst>
        </pc:spChg>
        <pc:spChg chg="mod">
          <ac:chgData name="khethana ganta" userId="c7786f2083535dee" providerId="LiveId" clId="{29500FE1-9FCC-4AEA-839A-4E7D98CCD835}" dt="2026-10-31T04:08:04.805" v="1443" actId="1076"/>
          <ac:spMkLst>
            <pc:docMk/>
            <pc:sldMk cId="0" sldId="262"/>
            <ac:spMk id="30" creationId="{00000000-0000-0000-0000-000000000000}"/>
          </ac:spMkLst>
        </pc:spChg>
        <pc:spChg chg="mod">
          <ac:chgData name="khethana ganta" userId="c7786f2083535dee" providerId="LiveId" clId="{29500FE1-9FCC-4AEA-839A-4E7D98CCD835}" dt="2026-10-31T04:07:56.993" v="1441" actId="14100"/>
          <ac:spMkLst>
            <pc:docMk/>
            <pc:sldMk cId="0" sldId="262"/>
            <ac:spMk id="32" creationId="{00000000-0000-0000-0000-000000000000}"/>
          </ac:spMkLst>
        </pc:spChg>
        <pc:spChg chg="mod">
          <ac:chgData name="khethana ganta" userId="c7786f2083535dee" providerId="LiveId" clId="{29500FE1-9FCC-4AEA-839A-4E7D98CCD835}" dt="2026-10-31T04:08:08.222" v="1444" actId="1076"/>
          <ac:spMkLst>
            <pc:docMk/>
            <pc:sldMk cId="0" sldId="262"/>
            <ac:spMk id="36" creationId="{00000000-0000-0000-0000-000000000000}"/>
          </ac:spMkLst>
        </pc:spChg>
        <pc:spChg chg="mod">
          <ac:chgData name="khethana ganta" userId="c7786f2083535dee" providerId="LiveId" clId="{29500FE1-9FCC-4AEA-839A-4E7D98CCD835}" dt="2026-10-31T04:08:01.085" v="1442" actId="1076"/>
          <ac:spMkLst>
            <pc:docMk/>
            <pc:sldMk cId="0" sldId="262"/>
            <ac:spMk id="37" creationId="{00000000-0000-0000-0000-000000000000}"/>
          </ac:spMkLst>
        </pc:spChg>
        <pc:spChg chg="mod">
          <ac:chgData name="khethana ganta" userId="c7786f2083535dee" providerId="LiveId" clId="{29500FE1-9FCC-4AEA-839A-4E7D98CCD835}" dt="2026-10-31T04:08:39.393" v="1451" actId="1076"/>
          <ac:spMkLst>
            <pc:docMk/>
            <pc:sldMk cId="0" sldId="262"/>
            <ac:spMk id="39" creationId="{00000000-0000-0000-0000-000000000000}"/>
          </ac:spMkLst>
        </pc:spChg>
        <pc:spChg chg="mod">
          <ac:chgData name="khethana ganta" userId="c7786f2083535dee" providerId="LiveId" clId="{29500FE1-9FCC-4AEA-839A-4E7D98CCD835}" dt="2026-10-31T04:08:33.330" v="1449" actId="1076"/>
          <ac:spMkLst>
            <pc:docMk/>
            <pc:sldMk cId="0" sldId="262"/>
            <ac:spMk id="41" creationId="{00000000-0000-0000-0000-000000000000}"/>
          </ac:spMkLst>
        </pc:spChg>
        <pc:spChg chg="mod">
          <ac:chgData name="khethana ganta" userId="c7786f2083535dee" providerId="LiveId" clId="{29500FE1-9FCC-4AEA-839A-4E7D98CCD835}" dt="2026-10-31T04:08:27.273" v="1448" actId="1076"/>
          <ac:spMkLst>
            <pc:docMk/>
            <pc:sldMk cId="0" sldId="262"/>
            <ac:spMk id="42" creationId="{00000000-0000-0000-0000-000000000000}"/>
          </ac:spMkLst>
        </pc:spChg>
        <pc:picChg chg="mod">
          <ac:chgData name="khethana ganta" userId="c7786f2083535dee" providerId="LiveId" clId="{29500FE1-9FCC-4AEA-839A-4E7D98CCD835}" dt="2026-10-31T04:08:35.054" v="1450" actId="1076"/>
          <ac:picMkLst>
            <pc:docMk/>
            <pc:sldMk cId="0" sldId="262"/>
            <ac:picMk id="40" creationId="{00000000-0000-0000-0000-000000000000}"/>
          </ac:picMkLst>
        </pc:picChg>
      </pc:sldChg>
      <pc:sldChg chg="addSp delSp modSp mod">
        <pc:chgData name="khethana ganta" userId="c7786f2083535dee" providerId="LiveId" clId="{29500FE1-9FCC-4AEA-839A-4E7D98CCD835}" dt="2026-10-31T04:08:58.566" v="1455" actId="2711"/>
        <pc:sldMkLst>
          <pc:docMk/>
          <pc:sldMk cId="0" sldId="263"/>
        </pc:sldMkLst>
        <pc:spChg chg="mod">
          <ac:chgData name="khethana ganta" userId="c7786f2083535dee" providerId="LiveId" clId="{29500FE1-9FCC-4AEA-839A-4E7D98CCD835}" dt="2026-10-30T07:05:56.601" v="425" actId="1076"/>
          <ac:spMkLst>
            <pc:docMk/>
            <pc:sldMk cId="0" sldId="263"/>
            <ac:spMk id="2" creationId="{00000000-0000-0000-0000-000000000000}"/>
          </ac:spMkLst>
        </pc:spChg>
        <pc:spChg chg="mod">
          <ac:chgData name="khethana ganta" userId="c7786f2083535dee" providerId="LiveId" clId="{29500FE1-9FCC-4AEA-839A-4E7D98CCD835}" dt="2026-10-30T07:06:02.202" v="427" actId="14100"/>
          <ac:spMkLst>
            <pc:docMk/>
            <pc:sldMk cId="0" sldId="263"/>
            <ac:spMk id="4" creationId="{00000000-0000-0000-0000-000000000000}"/>
          </ac:spMkLst>
        </pc:spChg>
        <pc:spChg chg="mod">
          <ac:chgData name="khethana ganta" userId="c7786f2083535dee" providerId="LiveId" clId="{29500FE1-9FCC-4AEA-839A-4E7D98CCD835}" dt="2026-10-31T04:08:47.108" v="1452" actId="2711"/>
          <ac:spMkLst>
            <pc:docMk/>
            <pc:sldMk cId="0" sldId="263"/>
            <ac:spMk id="8" creationId="{00000000-0000-0000-0000-000000000000}"/>
          </ac:spMkLst>
        </pc:spChg>
        <pc:spChg chg="mod">
          <ac:chgData name="khethana ganta" userId="c7786f2083535dee" providerId="LiveId" clId="{29500FE1-9FCC-4AEA-839A-4E7D98CCD835}" dt="2026-10-31T04:08:50.726" v="1453" actId="2711"/>
          <ac:spMkLst>
            <pc:docMk/>
            <pc:sldMk cId="0" sldId="263"/>
            <ac:spMk id="11" creationId="{00000000-0000-0000-0000-000000000000}"/>
          </ac:spMkLst>
        </pc:spChg>
        <pc:spChg chg="add del mod">
          <ac:chgData name="khethana ganta" userId="c7786f2083535dee" providerId="LiveId" clId="{29500FE1-9FCC-4AEA-839A-4E7D98CCD835}" dt="2026-10-31T04:08:53.559" v="1454" actId="2711"/>
          <ac:spMkLst>
            <pc:docMk/>
            <pc:sldMk cId="0" sldId="263"/>
            <ac:spMk id="14" creationId="{00000000-0000-0000-0000-000000000000}"/>
          </ac:spMkLst>
        </pc:spChg>
        <pc:spChg chg="mod">
          <ac:chgData name="khethana ganta" userId="c7786f2083535dee" providerId="LiveId" clId="{29500FE1-9FCC-4AEA-839A-4E7D98CCD835}" dt="2026-10-31T04:08:58.566" v="1455" actId="2711"/>
          <ac:spMkLst>
            <pc:docMk/>
            <pc:sldMk cId="0" sldId="263"/>
            <ac:spMk id="17" creationId="{00000000-0000-0000-0000-000000000000}"/>
          </ac:spMkLst>
        </pc:spChg>
        <pc:picChg chg="add mod">
          <ac:chgData name="khethana ganta" userId="c7786f2083535dee" providerId="LiveId" clId="{29500FE1-9FCC-4AEA-839A-4E7D98CCD835}" dt="2026-10-30T07:06:05.184" v="428" actId="14100"/>
          <ac:picMkLst>
            <pc:docMk/>
            <pc:sldMk cId="0" sldId="263"/>
            <ac:picMk id="18" creationId="{CB31C372-23A4-133D-0DAF-272B0B3AFAA5}"/>
          </ac:picMkLst>
        </pc:picChg>
      </pc:sldChg>
      <pc:sldChg chg="modSp mod">
        <pc:chgData name="khethana ganta" userId="c7786f2083535dee" providerId="LiveId" clId="{29500FE1-9FCC-4AEA-839A-4E7D98CCD835}" dt="2026-10-31T04:09:26.178" v="1462" actId="2711"/>
        <pc:sldMkLst>
          <pc:docMk/>
          <pc:sldMk cId="0" sldId="264"/>
        </pc:sldMkLst>
        <pc:spChg chg="mod">
          <ac:chgData name="khethana ganta" userId="c7786f2083535dee" providerId="LiveId" clId="{29500FE1-9FCC-4AEA-839A-4E7D98CCD835}" dt="2026-10-31T04:09:08.971" v="1457" actId="2711"/>
          <ac:spMkLst>
            <pc:docMk/>
            <pc:sldMk cId="0" sldId="264"/>
            <ac:spMk id="7" creationId="{00000000-0000-0000-0000-000000000000}"/>
          </ac:spMkLst>
        </pc:spChg>
        <pc:spChg chg="mod">
          <ac:chgData name="khethana ganta" userId="c7786f2083535dee" providerId="LiveId" clId="{29500FE1-9FCC-4AEA-839A-4E7D98CCD835}" dt="2026-10-31T04:09:05.562" v="1456" actId="2711"/>
          <ac:spMkLst>
            <pc:docMk/>
            <pc:sldMk cId="0" sldId="264"/>
            <ac:spMk id="8" creationId="{00000000-0000-0000-0000-000000000000}"/>
          </ac:spMkLst>
        </pc:spChg>
        <pc:spChg chg="mod">
          <ac:chgData name="khethana ganta" userId="c7786f2083535dee" providerId="LiveId" clId="{29500FE1-9FCC-4AEA-839A-4E7D98CCD835}" dt="2026-10-31T04:09:15.987" v="1459" actId="2711"/>
          <ac:spMkLst>
            <pc:docMk/>
            <pc:sldMk cId="0" sldId="264"/>
            <ac:spMk id="12" creationId="{00000000-0000-0000-0000-000000000000}"/>
          </ac:spMkLst>
        </pc:spChg>
        <pc:spChg chg="mod">
          <ac:chgData name="khethana ganta" userId="c7786f2083535dee" providerId="LiveId" clId="{29500FE1-9FCC-4AEA-839A-4E7D98CCD835}" dt="2026-10-31T04:09:12.673" v="1458" actId="2711"/>
          <ac:spMkLst>
            <pc:docMk/>
            <pc:sldMk cId="0" sldId="264"/>
            <ac:spMk id="13" creationId="{00000000-0000-0000-0000-000000000000}"/>
          </ac:spMkLst>
        </pc:spChg>
        <pc:spChg chg="mod">
          <ac:chgData name="khethana ganta" userId="c7786f2083535dee" providerId="LiveId" clId="{29500FE1-9FCC-4AEA-839A-4E7D98CCD835}" dt="2026-10-31T04:09:22.338" v="1461" actId="2711"/>
          <ac:spMkLst>
            <pc:docMk/>
            <pc:sldMk cId="0" sldId="264"/>
            <ac:spMk id="17" creationId="{00000000-0000-0000-0000-000000000000}"/>
          </ac:spMkLst>
        </pc:spChg>
        <pc:spChg chg="mod">
          <ac:chgData name="khethana ganta" userId="c7786f2083535dee" providerId="LiveId" clId="{29500FE1-9FCC-4AEA-839A-4E7D98CCD835}" dt="2026-10-31T04:09:19.086" v="1460" actId="2711"/>
          <ac:spMkLst>
            <pc:docMk/>
            <pc:sldMk cId="0" sldId="264"/>
            <ac:spMk id="18" creationId="{00000000-0000-0000-0000-000000000000}"/>
          </ac:spMkLst>
        </pc:spChg>
        <pc:spChg chg="mod">
          <ac:chgData name="khethana ganta" userId="c7786f2083535dee" providerId="LiveId" clId="{29500FE1-9FCC-4AEA-839A-4E7D98CCD835}" dt="2026-10-31T04:09:26.178" v="1462" actId="2711"/>
          <ac:spMkLst>
            <pc:docMk/>
            <pc:sldMk cId="0" sldId="264"/>
            <ac:spMk id="20" creationId="{00000000-0000-0000-0000-000000000000}"/>
          </ac:spMkLst>
        </pc:spChg>
      </pc:sldChg>
      <pc:sldChg chg="del">
        <pc:chgData name="khethana ganta" userId="c7786f2083535dee" providerId="LiveId" clId="{29500FE1-9FCC-4AEA-839A-4E7D98CCD835}" dt="2026-10-30T08:06:38.527" v="570" actId="47"/>
        <pc:sldMkLst>
          <pc:docMk/>
          <pc:sldMk cId="0" sldId="265"/>
        </pc:sldMkLst>
      </pc:sldChg>
      <pc:sldChg chg="addSp delSp modSp mod">
        <pc:chgData name="khethana ganta" userId="c7786f2083535dee" providerId="LiveId" clId="{29500FE1-9FCC-4AEA-839A-4E7D98CCD835}" dt="2026-10-31T04:10:03.377" v="1472" actId="2711"/>
        <pc:sldMkLst>
          <pc:docMk/>
          <pc:sldMk cId="0" sldId="266"/>
        </pc:sldMkLst>
        <pc:spChg chg="mod">
          <ac:chgData name="khethana ganta" userId="c7786f2083535dee" providerId="LiveId" clId="{29500FE1-9FCC-4AEA-839A-4E7D98CCD835}" dt="2026-10-30T08:11:38.246" v="600" actId="1076"/>
          <ac:spMkLst>
            <pc:docMk/>
            <pc:sldMk cId="0" sldId="266"/>
            <ac:spMk id="6" creationId="{00000000-0000-0000-0000-000000000000}"/>
          </ac:spMkLst>
        </pc:spChg>
        <pc:spChg chg="mod">
          <ac:chgData name="khethana ganta" userId="c7786f2083535dee" providerId="LiveId" clId="{29500FE1-9FCC-4AEA-839A-4E7D98CCD835}" dt="2026-10-31T04:09:56.839" v="1470" actId="2711"/>
          <ac:spMkLst>
            <pc:docMk/>
            <pc:sldMk cId="0" sldId="266"/>
            <ac:spMk id="9" creationId="{00000000-0000-0000-0000-000000000000}"/>
          </ac:spMkLst>
        </pc:spChg>
        <pc:spChg chg="mod">
          <ac:chgData name="khethana ganta" userId="c7786f2083535dee" providerId="LiveId" clId="{29500FE1-9FCC-4AEA-839A-4E7D98CCD835}" dt="2026-10-31T04:09:36.204" v="1463" actId="2711"/>
          <ac:spMkLst>
            <pc:docMk/>
            <pc:sldMk cId="0" sldId="266"/>
            <ac:spMk id="10" creationId="{00000000-0000-0000-0000-000000000000}"/>
          </ac:spMkLst>
        </pc:spChg>
        <pc:spChg chg="mod">
          <ac:chgData name="khethana ganta" userId="c7786f2083535dee" providerId="LiveId" clId="{29500FE1-9FCC-4AEA-839A-4E7D98CCD835}" dt="2026-10-31T04:09:50.222" v="1468" actId="1076"/>
          <ac:spMkLst>
            <pc:docMk/>
            <pc:sldMk cId="0" sldId="266"/>
            <ac:spMk id="11" creationId="{00000000-0000-0000-0000-000000000000}"/>
          </ac:spMkLst>
        </pc:spChg>
        <pc:spChg chg="mod">
          <ac:chgData name="khethana ganta" userId="c7786f2083535dee" providerId="LiveId" clId="{29500FE1-9FCC-4AEA-839A-4E7D98CCD835}" dt="2026-10-31T04:10:00.068" v="1471" actId="2711"/>
          <ac:spMkLst>
            <pc:docMk/>
            <pc:sldMk cId="0" sldId="266"/>
            <ac:spMk id="14" creationId="{00000000-0000-0000-0000-000000000000}"/>
          </ac:spMkLst>
        </pc:spChg>
        <pc:spChg chg="mod">
          <ac:chgData name="khethana ganta" userId="c7786f2083535dee" providerId="LiveId" clId="{29500FE1-9FCC-4AEA-839A-4E7D98CCD835}" dt="2026-10-31T04:09:52.219" v="1469" actId="1076"/>
          <ac:spMkLst>
            <pc:docMk/>
            <pc:sldMk cId="0" sldId="266"/>
            <ac:spMk id="15" creationId="{00000000-0000-0000-0000-000000000000}"/>
          </ac:spMkLst>
        </pc:spChg>
        <pc:spChg chg="mod">
          <ac:chgData name="khethana ganta" userId="c7786f2083535dee" providerId="LiveId" clId="{29500FE1-9FCC-4AEA-839A-4E7D98CCD835}" dt="2026-10-31T04:10:03.377" v="1472" actId="2711"/>
          <ac:spMkLst>
            <pc:docMk/>
            <pc:sldMk cId="0" sldId="266"/>
            <ac:spMk id="19" creationId="{00000000-0000-0000-0000-000000000000}"/>
          </ac:spMkLst>
        </pc:spChg>
        <pc:spChg chg="mod">
          <ac:chgData name="khethana ganta" userId="c7786f2083535dee" providerId="LiveId" clId="{29500FE1-9FCC-4AEA-839A-4E7D98CCD835}" dt="2026-10-31T04:09:47.411" v="1467" actId="1076"/>
          <ac:spMkLst>
            <pc:docMk/>
            <pc:sldMk cId="0" sldId="266"/>
            <ac:spMk id="20" creationId="{00000000-0000-0000-0000-000000000000}"/>
          </ac:spMkLst>
        </pc:spChg>
        <pc:picChg chg="add del mod">
          <ac:chgData name="khethana ganta" userId="c7786f2083535dee" providerId="LiveId" clId="{29500FE1-9FCC-4AEA-839A-4E7D98CCD835}" dt="2026-10-30T08:07:53.323" v="577" actId="478"/>
          <ac:picMkLst>
            <pc:docMk/>
            <pc:sldMk cId="0" sldId="266"/>
            <ac:picMk id="3" creationId="{F141A732-9F9D-2124-03F2-AC5CDF37F7D9}"/>
          </ac:picMkLst>
        </pc:picChg>
        <pc:picChg chg="add mod">
          <ac:chgData name="khethana ganta" userId="c7786f2083535dee" providerId="LiveId" clId="{29500FE1-9FCC-4AEA-839A-4E7D98CCD835}" dt="2026-10-30T08:09:38.130" v="586" actId="14100"/>
          <ac:picMkLst>
            <pc:docMk/>
            <pc:sldMk cId="0" sldId="266"/>
            <ac:picMk id="21" creationId="{A17BB95E-6711-B5D5-6937-7B0662A36F3C}"/>
          </ac:picMkLst>
        </pc:picChg>
        <pc:picChg chg="add mod">
          <ac:chgData name="khethana ganta" userId="c7786f2083535dee" providerId="LiveId" clId="{29500FE1-9FCC-4AEA-839A-4E7D98CCD835}" dt="2026-10-30T08:10:05.255" v="592" actId="14100"/>
          <ac:picMkLst>
            <pc:docMk/>
            <pc:sldMk cId="0" sldId="266"/>
            <ac:picMk id="22" creationId="{17AE5765-4B5C-E68E-6E88-3F5E7193CD6B}"/>
          </ac:picMkLst>
        </pc:picChg>
      </pc:sldChg>
      <pc:sldChg chg="modSp mod">
        <pc:chgData name="khethana ganta" userId="c7786f2083535dee" providerId="LiveId" clId="{29500FE1-9FCC-4AEA-839A-4E7D98CCD835}" dt="2026-10-31T04:10:33.669" v="1480" actId="2711"/>
        <pc:sldMkLst>
          <pc:docMk/>
          <pc:sldMk cId="0" sldId="267"/>
        </pc:sldMkLst>
        <pc:spChg chg="mod">
          <ac:chgData name="khethana ganta" userId="c7786f2083535dee" providerId="LiveId" clId="{29500FE1-9FCC-4AEA-839A-4E7D98CCD835}" dt="2026-10-31T04:10:14.424" v="1474" actId="2711"/>
          <ac:spMkLst>
            <pc:docMk/>
            <pc:sldMk cId="0" sldId="267"/>
            <ac:spMk id="6" creationId="{00000000-0000-0000-0000-000000000000}"/>
          </ac:spMkLst>
        </pc:spChg>
        <pc:spChg chg="mod">
          <ac:chgData name="khethana ganta" userId="c7786f2083535dee" providerId="LiveId" clId="{29500FE1-9FCC-4AEA-839A-4E7D98CCD835}" dt="2026-10-31T04:10:10.548" v="1473" actId="2711"/>
          <ac:spMkLst>
            <pc:docMk/>
            <pc:sldMk cId="0" sldId="267"/>
            <ac:spMk id="7" creationId="{00000000-0000-0000-0000-000000000000}"/>
          </ac:spMkLst>
        </pc:spChg>
        <pc:spChg chg="mod">
          <ac:chgData name="khethana ganta" userId="c7786f2083535dee" providerId="LiveId" clId="{29500FE1-9FCC-4AEA-839A-4E7D98CCD835}" dt="2026-10-31T04:10:20.450" v="1476" actId="2711"/>
          <ac:spMkLst>
            <pc:docMk/>
            <pc:sldMk cId="0" sldId="267"/>
            <ac:spMk id="10" creationId="{00000000-0000-0000-0000-000000000000}"/>
          </ac:spMkLst>
        </pc:spChg>
        <pc:spChg chg="mod">
          <ac:chgData name="khethana ganta" userId="c7786f2083535dee" providerId="LiveId" clId="{29500FE1-9FCC-4AEA-839A-4E7D98CCD835}" dt="2026-10-31T04:10:17.416" v="1475" actId="2711"/>
          <ac:spMkLst>
            <pc:docMk/>
            <pc:sldMk cId="0" sldId="267"/>
            <ac:spMk id="11" creationId="{00000000-0000-0000-0000-000000000000}"/>
          </ac:spMkLst>
        </pc:spChg>
        <pc:spChg chg="mod">
          <ac:chgData name="khethana ganta" userId="c7786f2083535dee" providerId="LiveId" clId="{29500FE1-9FCC-4AEA-839A-4E7D98CCD835}" dt="2026-10-31T04:10:23.505" v="1477" actId="2711"/>
          <ac:spMkLst>
            <pc:docMk/>
            <pc:sldMk cId="0" sldId="267"/>
            <ac:spMk id="14" creationId="{00000000-0000-0000-0000-000000000000}"/>
          </ac:spMkLst>
        </pc:spChg>
        <pc:spChg chg="mod">
          <ac:chgData name="khethana ganta" userId="c7786f2083535dee" providerId="LiveId" clId="{29500FE1-9FCC-4AEA-839A-4E7D98CCD835}" dt="2026-10-31T04:10:30.550" v="1479" actId="2711"/>
          <ac:spMkLst>
            <pc:docMk/>
            <pc:sldMk cId="0" sldId="267"/>
            <ac:spMk id="15" creationId="{00000000-0000-0000-0000-000000000000}"/>
          </ac:spMkLst>
        </pc:spChg>
        <pc:spChg chg="mod">
          <ac:chgData name="khethana ganta" userId="c7786f2083535dee" providerId="LiveId" clId="{29500FE1-9FCC-4AEA-839A-4E7D98CCD835}" dt="2026-10-31T04:10:28.050" v="1478" actId="2711"/>
          <ac:spMkLst>
            <pc:docMk/>
            <pc:sldMk cId="0" sldId="267"/>
            <ac:spMk id="18" creationId="{00000000-0000-0000-0000-000000000000}"/>
          </ac:spMkLst>
        </pc:spChg>
        <pc:spChg chg="mod">
          <ac:chgData name="khethana ganta" userId="c7786f2083535dee" providerId="LiveId" clId="{29500FE1-9FCC-4AEA-839A-4E7D98CCD835}" dt="2026-10-31T04:10:33.669" v="1480" actId="2711"/>
          <ac:spMkLst>
            <pc:docMk/>
            <pc:sldMk cId="0" sldId="267"/>
            <ac:spMk id="19" creationId="{00000000-0000-0000-0000-000000000000}"/>
          </ac:spMkLst>
        </pc:spChg>
      </pc:sldChg>
      <pc:sldChg chg="modSp mod">
        <pc:chgData name="khethana ganta" userId="c7786f2083535dee" providerId="LiveId" clId="{29500FE1-9FCC-4AEA-839A-4E7D98CCD835}" dt="2026-10-31T04:10:59.920" v="1487" actId="2711"/>
        <pc:sldMkLst>
          <pc:docMk/>
          <pc:sldMk cId="0" sldId="268"/>
        </pc:sldMkLst>
        <pc:spChg chg="mod">
          <ac:chgData name="khethana ganta" userId="c7786f2083535dee" providerId="LiveId" clId="{29500FE1-9FCC-4AEA-839A-4E7D98CCD835}" dt="2026-10-31T04:10:48.906" v="1484" actId="2711"/>
          <ac:spMkLst>
            <pc:docMk/>
            <pc:sldMk cId="0" sldId="268"/>
            <ac:spMk id="7" creationId="{00000000-0000-0000-0000-000000000000}"/>
          </ac:spMkLst>
        </pc:spChg>
        <pc:spChg chg="mod">
          <ac:chgData name="khethana ganta" userId="c7786f2083535dee" providerId="LiveId" clId="{29500FE1-9FCC-4AEA-839A-4E7D98CCD835}" dt="2026-10-31T04:10:38.983" v="1481" actId="2711"/>
          <ac:spMkLst>
            <pc:docMk/>
            <pc:sldMk cId="0" sldId="268"/>
            <ac:spMk id="8" creationId="{00000000-0000-0000-0000-000000000000}"/>
          </ac:spMkLst>
        </pc:spChg>
        <pc:spChg chg="mod">
          <ac:chgData name="khethana ganta" userId="c7786f2083535dee" providerId="LiveId" clId="{29500FE1-9FCC-4AEA-839A-4E7D98CCD835}" dt="2026-10-31T04:10:52.408" v="1485" actId="2711"/>
          <ac:spMkLst>
            <pc:docMk/>
            <pc:sldMk cId="0" sldId="268"/>
            <ac:spMk id="12" creationId="{00000000-0000-0000-0000-000000000000}"/>
          </ac:spMkLst>
        </pc:spChg>
        <pc:spChg chg="mod">
          <ac:chgData name="khethana ganta" userId="c7786f2083535dee" providerId="LiveId" clId="{29500FE1-9FCC-4AEA-839A-4E7D98CCD835}" dt="2026-10-31T04:10:42.119" v="1482" actId="2711"/>
          <ac:spMkLst>
            <pc:docMk/>
            <pc:sldMk cId="0" sldId="268"/>
            <ac:spMk id="13" creationId="{00000000-0000-0000-0000-000000000000}"/>
          </ac:spMkLst>
        </pc:spChg>
        <pc:spChg chg="mod">
          <ac:chgData name="khethana ganta" userId="c7786f2083535dee" providerId="LiveId" clId="{29500FE1-9FCC-4AEA-839A-4E7D98CCD835}" dt="2026-10-31T04:10:55.584" v="1486" actId="2711"/>
          <ac:spMkLst>
            <pc:docMk/>
            <pc:sldMk cId="0" sldId="268"/>
            <ac:spMk id="17" creationId="{00000000-0000-0000-0000-000000000000}"/>
          </ac:spMkLst>
        </pc:spChg>
        <pc:spChg chg="mod">
          <ac:chgData name="khethana ganta" userId="c7786f2083535dee" providerId="LiveId" clId="{29500FE1-9FCC-4AEA-839A-4E7D98CCD835}" dt="2026-10-31T04:10:45.597" v="1483" actId="2711"/>
          <ac:spMkLst>
            <pc:docMk/>
            <pc:sldMk cId="0" sldId="268"/>
            <ac:spMk id="18" creationId="{00000000-0000-0000-0000-000000000000}"/>
          </ac:spMkLst>
        </pc:spChg>
        <pc:spChg chg="mod">
          <ac:chgData name="khethana ganta" userId="c7786f2083535dee" providerId="LiveId" clId="{29500FE1-9FCC-4AEA-839A-4E7D98CCD835}" dt="2026-10-31T04:10:59.920" v="1487" actId="2711"/>
          <ac:spMkLst>
            <pc:docMk/>
            <pc:sldMk cId="0" sldId="268"/>
            <ac:spMk id="20" creationId="{00000000-0000-0000-0000-000000000000}"/>
          </ac:spMkLst>
        </pc:spChg>
      </pc:sldChg>
      <pc:sldChg chg="addSp delSp modSp mod">
        <pc:chgData name="khethana ganta" userId="c7786f2083535dee" providerId="LiveId" clId="{29500FE1-9FCC-4AEA-839A-4E7D98CCD835}" dt="2026-10-31T04:12:50.008" v="1513" actId="1076"/>
        <pc:sldMkLst>
          <pc:docMk/>
          <pc:sldMk cId="0" sldId="269"/>
        </pc:sldMkLst>
        <pc:spChg chg="mod">
          <ac:chgData name="khethana ganta" userId="c7786f2083535dee" providerId="LiveId" clId="{29500FE1-9FCC-4AEA-839A-4E7D98CCD835}" dt="2026-10-31T04:11:07.964" v="1489" actId="2711"/>
          <ac:spMkLst>
            <pc:docMk/>
            <pc:sldMk cId="0" sldId="269"/>
            <ac:spMk id="5" creationId="{00000000-0000-0000-0000-000000000000}"/>
          </ac:spMkLst>
        </pc:spChg>
        <pc:spChg chg="mod">
          <ac:chgData name="khethana ganta" userId="c7786f2083535dee" providerId="LiveId" clId="{29500FE1-9FCC-4AEA-839A-4E7D98CCD835}" dt="2026-10-31T04:11:04.940" v="1488" actId="2711"/>
          <ac:spMkLst>
            <pc:docMk/>
            <pc:sldMk cId="0" sldId="269"/>
            <ac:spMk id="6" creationId="{00000000-0000-0000-0000-000000000000}"/>
          </ac:spMkLst>
        </pc:spChg>
        <pc:spChg chg="mod">
          <ac:chgData name="khethana ganta" userId="c7786f2083535dee" providerId="LiveId" clId="{29500FE1-9FCC-4AEA-839A-4E7D98CCD835}" dt="2026-10-31T04:12:45.634" v="1512" actId="14100"/>
          <ac:spMkLst>
            <pc:docMk/>
            <pc:sldMk cId="0" sldId="269"/>
            <ac:spMk id="7" creationId="{00000000-0000-0000-0000-000000000000}"/>
          </ac:spMkLst>
        </pc:spChg>
        <pc:spChg chg="mod">
          <ac:chgData name="khethana ganta" userId="c7786f2083535dee" providerId="LiveId" clId="{29500FE1-9FCC-4AEA-839A-4E7D98CCD835}" dt="2026-10-31T04:11:33.925" v="1496" actId="1076"/>
          <ac:spMkLst>
            <pc:docMk/>
            <pc:sldMk cId="0" sldId="269"/>
            <ac:spMk id="8" creationId="{00000000-0000-0000-0000-000000000000}"/>
          </ac:spMkLst>
        </pc:spChg>
        <pc:spChg chg="mod">
          <ac:chgData name="khethana ganta" userId="c7786f2083535dee" providerId="LiveId" clId="{29500FE1-9FCC-4AEA-839A-4E7D98CCD835}" dt="2026-10-31T04:12:50.008" v="1513" actId="1076"/>
          <ac:spMkLst>
            <pc:docMk/>
            <pc:sldMk cId="0" sldId="269"/>
            <ac:spMk id="9" creationId="{00000000-0000-0000-0000-000000000000}"/>
          </ac:spMkLst>
        </pc:spChg>
        <pc:spChg chg="mod">
          <ac:chgData name="khethana ganta" userId="c7786f2083535dee" providerId="LiveId" clId="{29500FE1-9FCC-4AEA-839A-4E7D98CCD835}" dt="2026-10-31T04:12:26.223" v="1508" actId="14100"/>
          <ac:spMkLst>
            <pc:docMk/>
            <pc:sldMk cId="0" sldId="269"/>
            <ac:spMk id="10" creationId="{00000000-0000-0000-0000-000000000000}"/>
          </ac:spMkLst>
        </pc:spChg>
        <pc:spChg chg="mod">
          <ac:chgData name="khethana ganta" userId="c7786f2083535dee" providerId="LiveId" clId="{29500FE1-9FCC-4AEA-839A-4E7D98CCD835}" dt="2026-10-31T04:12:34.078" v="1510" actId="1076"/>
          <ac:spMkLst>
            <pc:docMk/>
            <pc:sldMk cId="0" sldId="269"/>
            <ac:spMk id="11" creationId="{00000000-0000-0000-0000-000000000000}"/>
          </ac:spMkLst>
        </pc:spChg>
        <pc:spChg chg="mod">
          <ac:chgData name="khethana ganta" userId="c7786f2083535dee" providerId="LiveId" clId="{29500FE1-9FCC-4AEA-839A-4E7D98CCD835}" dt="2026-10-31T04:12:31.103" v="1509" actId="1076"/>
          <ac:spMkLst>
            <pc:docMk/>
            <pc:sldMk cId="0" sldId="269"/>
            <ac:spMk id="12" creationId="{00000000-0000-0000-0000-000000000000}"/>
          </ac:spMkLst>
        </pc:spChg>
        <pc:spChg chg="mod">
          <ac:chgData name="khethana ganta" userId="c7786f2083535dee" providerId="LiveId" clId="{29500FE1-9FCC-4AEA-839A-4E7D98CCD835}" dt="2026-10-31T04:12:09.809" v="1503" actId="14100"/>
          <ac:spMkLst>
            <pc:docMk/>
            <pc:sldMk cId="0" sldId="269"/>
            <ac:spMk id="13" creationId="{00000000-0000-0000-0000-000000000000}"/>
          </ac:spMkLst>
        </pc:spChg>
        <pc:spChg chg="mod">
          <ac:chgData name="khethana ganta" userId="c7786f2083535dee" providerId="LiveId" clId="{29500FE1-9FCC-4AEA-839A-4E7D98CCD835}" dt="2026-10-31T04:12:16.386" v="1505" actId="1076"/>
          <ac:spMkLst>
            <pc:docMk/>
            <pc:sldMk cId="0" sldId="269"/>
            <ac:spMk id="14" creationId="{00000000-0000-0000-0000-000000000000}"/>
          </ac:spMkLst>
        </pc:spChg>
        <pc:spChg chg="mod">
          <ac:chgData name="khethana ganta" userId="c7786f2083535dee" providerId="LiveId" clId="{29500FE1-9FCC-4AEA-839A-4E7D98CCD835}" dt="2026-10-31T04:12:18.886" v="1506" actId="1076"/>
          <ac:spMkLst>
            <pc:docMk/>
            <pc:sldMk cId="0" sldId="269"/>
            <ac:spMk id="15" creationId="{00000000-0000-0000-0000-000000000000}"/>
          </ac:spMkLst>
        </pc:spChg>
        <pc:spChg chg="mod">
          <ac:chgData name="khethana ganta" userId="c7786f2083535dee" providerId="LiveId" clId="{29500FE1-9FCC-4AEA-839A-4E7D98CCD835}" dt="2026-10-30T08:18:39.476" v="671" actId="2711"/>
          <ac:spMkLst>
            <pc:docMk/>
            <pc:sldMk cId="0" sldId="269"/>
            <ac:spMk id="18" creationId="{00000000-0000-0000-0000-000000000000}"/>
          </ac:spMkLst>
        </pc:spChg>
        <pc:picChg chg="add del">
          <ac:chgData name="khethana ganta" userId="c7786f2083535dee" providerId="LiveId" clId="{29500FE1-9FCC-4AEA-839A-4E7D98CCD835}" dt="2026-10-30T08:14:33.954" v="618" actId="478"/>
          <ac:picMkLst>
            <pc:docMk/>
            <pc:sldMk cId="0" sldId="269"/>
            <ac:picMk id="19" creationId="{E91AC9C0-8ABD-3166-5BCE-A3EAC74BD435}"/>
          </ac:picMkLst>
        </pc:picChg>
      </pc:sldChg>
      <pc:sldChg chg="addSp modSp mod">
        <pc:chgData name="khethana ganta" userId="c7786f2083535dee" providerId="LiveId" clId="{29500FE1-9FCC-4AEA-839A-4E7D98CCD835}" dt="2026-10-31T04:13:31.074" v="1520" actId="2711"/>
        <pc:sldMkLst>
          <pc:docMk/>
          <pc:sldMk cId="0" sldId="270"/>
        </pc:sldMkLst>
        <pc:spChg chg="mod">
          <ac:chgData name="khethana ganta" userId="c7786f2083535dee" providerId="LiveId" clId="{29500FE1-9FCC-4AEA-839A-4E7D98CCD835}" dt="2026-10-31T04:13:25.133" v="1518" actId="2711"/>
          <ac:spMkLst>
            <pc:docMk/>
            <pc:sldMk cId="0" sldId="270"/>
            <ac:spMk id="5" creationId="{00000000-0000-0000-0000-000000000000}"/>
          </ac:spMkLst>
        </pc:spChg>
        <pc:spChg chg="mod">
          <ac:chgData name="khethana ganta" userId="c7786f2083535dee" providerId="LiveId" clId="{29500FE1-9FCC-4AEA-839A-4E7D98CCD835}" dt="2026-10-31T04:13:27.904" v="1519" actId="2711"/>
          <ac:spMkLst>
            <pc:docMk/>
            <pc:sldMk cId="0" sldId="270"/>
            <ac:spMk id="7" creationId="{00000000-0000-0000-0000-000000000000}"/>
          </ac:spMkLst>
        </pc:spChg>
        <pc:spChg chg="mod">
          <ac:chgData name="khethana ganta" userId="c7786f2083535dee" providerId="LiveId" clId="{29500FE1-9FCC-4AEA-839A-4E7D98CCD835}" dt="2026-10-31T04:13:31.074" v="1520" actId="2711"/>
          <ac:spMkLst>
            <pc:docMk/>
            <pc:sldMk cId="0" sldId="270"/>
            <ac:spMk id="9" creationId="{00000000-0000-0000-0000-000000000000}"/>
          </ac:spMkLst>
        </pc:spChg>
        <pc:picChg chg="add mod">
          <ac:chgData name="khethana ganta" userId="c7786f2083535dee" providerId="LiveId" clId="{29500FE1-9FCC-4AEA-839A-4E7D98CCD835}" dt="2026-10-30T08:26:54.894" v="998" actId="14100"/>
          <ac:picMkLst>
            <pc:docMk/>
            <pc:sldMk cId="0" sldId="270"/>
            <ac:picMk id="3" creationId="{7E737EC6-B91E-331A-5EE9-1527FE62DF82}"/>
          </ac:picMkLst>
        </pc:picChg>
        <pc:picChg chg="add mod">
          <ac:chgData name="khethana ganta" userId="c7786f2083535dee" providerId="LiveId" clId="{29500FE1-9FCC-4AEA-839A-4E7D98CCD835}" dt="2026-10-30T08:27:17.529" v="1003" actId="14100"/>
          <ac:picMkLst>
            <pc:docMk/>
            <pc:sldMk cId="0" sldId="270"/>
            <ac:picMk id="10" creationId="{CF614F2B-5B13-F3CC-6CF6-E9EBE3F564B3}"/>
          </ac:picMkLst>
        </pc:picChg>
        <pc:picChg chg="add mod">
          <ac:chgData name="khethana ganta" userId="c7786f2083535dee" providerId="LiveId" clId="{29500FE1-9FCC-4AEA-839A-4E7D98CCD835}" dt="2026-10-30T08:27:34.979" v="1008" actId="14100"/>
          <ac:picMkLst>
            <pc:docMk/>
            <pc:sldMk cId="0" sldId="270"/>
            <ac:picMk id="11" creationId="{D6485C4E-6065-C337-243F-F7433299A87D}"/>
          </ac:picMkLst>
        </pc:picChg>
      </pc:sldChg>
      <pc:sldChg chg="addSp delSp modSp mod">
        <pc:chgData name="khethana ganta" userId="c7786f2083535dee" providerId="LiveId" clId="{29500FE1-9FCC-4AEA-839A-4E7D98CCD835}" dt="2026-10-31T04:13:39.606" v="1522" actId="2711"/>
        <pc:sldMkLst>
          <pc:docMk/>
          <pc:sldMk cId="0" sldId="271"/>
        </pc:sldMkLst>
        <pc:spChg chg="mod">
          <ac:chgData name="khethana ganta" userId="c7786f2083535dee" providerId="LiveId" clId="{29500FE1-9FCC-4AEA-839A-4E7D98CCD835}" dt="2026-10-31T04:13:39.606" v="1522" actId="2711"/>
          <ac:spMkLst>
            <pc:docMk/>
            <pc:sldMk cId="0" sldId="271"/>
            <ac:spMk id="7" creationId="{00000000-0000-0000-0000-000000000000}"/>
          </ac:spMkLst>
        </pc:spChg>
        <pc:spChg chg="mod">
          <ac:chgData name="khethana ganta" userId="c7786f2083535dee" providerId="LiveId" clId="{29500FE1-9FCC-4AEA-839A-4E7D98CCD835}" dt="2026-10-30T09:43:31.735" v="1178" actId="20577"/>
          <ac:spMkLst>
            <pc:docMk/>
            <pc:sldMk cId="0" sldId="271"/>
            <ac:spMk id="9" creationId="{00000000-0000-0000-0000-000000000000}"/>
          </ac:spMkLst>
        </pc:spChg>
        <pc:graphicFrameChg chg="add del mod">
          <ac:chgData name="khethana ganta" userId="c7786f2083535dee" providerId="LiveId" clId="{29500FE1-9FCC-4AEA-839A-4E7D98CCD835}" dt="2026-10-30T09:43:26.096" v="1175" actId="478"/>
          <ac:graphicFrameMkLst>
            <pc:docMk/>
            <pc:sldMk cId="0" sldId="271"/>
            <ac:graphicFrameMk id="4" creationId="{00000000-0000-0000-0000-000000000000}"/>
          </ac:graphicFrameMkLst>
        </pc:graphicFrameChg>
        <pc:graphicFrameChg chg="mod modGraphic">
          <ac:chgData name="khethana ganta" userId="c7786f2083535dee" providerId="LiveId" clId="{29500FE1-9FCC-4AEA-839A-4E7D98CCD835}" dt="2026-10-31T04:13:36.575" v="1521" actId="2711"/>
          <ac:graphicFrameMkLst>
            <pc:docMk/>
            <pc:sldMk cId="0" sldId="271"/>
            <ac:graphicFrameMk id="17" creationId="{00000000-0000-0000-0000-000000000000}"/>
          </ac:graphicFrameMkLst>
        </pc:graphicFrameChg>
        <pc:picChg chg="add mod">
          <ac:chgData name="khethana ganta" userId="c7786f2083535dee" providerId="LiveId" clId="{29500FE1-9FCC-4AEA-839A-4E7D98CCD835}" dt="2026-10-30T09:43:37.754" v="1181" actId="14100"/>
          <ac:picMkLst>
            <pc:docMk/>
            <pc:sldMk cId="0" sldId="271"/>
            <ac:picMk id="3" creationId="{D2A3DAF7-12C5-991F-073E-6DC68E00F711}"/>
          </ac:picMkLst>
        </pc:picChg>
      </pc:sldChg>
      <pc:sldChg chg="addSp modSp mod">
        <pc:chgData name="khethana ganta" userId="c7786f2083535dee" providerId="LiveId" clId="{29500FE1-9FCC-4AEA-839A-4E7D98CCD835}" dt="2026-10-31T04:13:49.747" v="1524" actId="2711"/>
        <pc:sldMkLst>
          <pc:docMk/>
          <pc:sldMk cId="0" sldId="272"/>
        </pc:sldMkLst>
        <pc:spChg chg="mod">
          <ac:chgData name="khethana ganta" userId="c7786f2083535dee" providerId="LiveId" clId="{29500FE1-9FCC-4AEA-839A-4E7D98CCD835}" dt="2026-10-31T04:03:17.823" v="1387" actId="20577"/>
          <ac:spMkLst>
            <pc:docMk/>
            <pc:sldMk cId="0" sldId="272"/>
            <ac:spMk id="6" creationId="{00000000-0000-0000-0000-000000000000}"/>
          </ac:spMkLst>
        </pc:spChg>
        <pc:spChg chg="mod">
          <ac:chgData name="khethana ganta" userId="c7786f2083535dee" providerId="LiveId" clId="{29500FE1-9FCC-4AEA-839A-4E7D98CCD835}" dt="2026-10-31T04:13:49.747" v="1524" actId="2711"/>
          <ac:spMkLst>
            <pc:docMk/>
            <pc:sldMk cId="0" sldId="272"/>
            <ac:spMk id="7" creationId="{00000000-0000-0000-0000-000000000000}"/>
          </ac:spMkLst>
        </pc:spChg>
        <pc:spChg chg="mod">
          <ac:chgData name="khethana ganta" userId="c7786f2083535dee" providerId="LiveId" clId="{29500FE1-9FCC-4AEA-839A-4E7D98CCD835}" dt="2026-10-31T04:13:45.802" v="1523" actId="2711"/>
          <ac:spMkLst>
            <pc:docMk/>
            <pc:sldMk cId="0" sldId="272"/>
            <ac:spMk id="9" creationId="{00000000-0000-0000-0000-000000000000}"/>
          </ac:spMkLst>
        </pc:spChg>
        <pc:picChg chg="add mod">
          <ac:chgData name="khethana ganta" userId="c7786f2083535dee" providerId="LiveId" clId="{29500FE1-9FCC-4AEA-839A-4E7D98CCD835}" dt="2026-10-31T04:02:47.829" v="1376" actId="14100"/>
          <ac:picMkLst>
            <pc:docMk/>
            <pc:sldMk cId="0" sldId="272"/>
            <ac:picMk id="3" creationId="{DD7A8C09-1C34-AB54-CD62-49E57C269990}"/>
          </ac:picMkLst>
        </pc:picChg>
      </pc:sldChg>
      <pc:sldChg chg="modSp mod">
        <pc:chgData name="khethana ganta" userId="c7786f2083535dee" providerId="LiveId" clId="{29500FE1-9FCC-4AEA-839A-4E7D98CCD835}" dt="2026-10-31T04:14:26.995" v="1531" actId="2711"/>
        <pc:sldMkLst>
          <pc:docMk/>
          <pc:sldMk cId="0" sldId="273"/>
        </pc:sldMkLst>
        <pc:spChg chg="mod">
          <ac:chgData name="khethana ganta" userId="c7786f2083535dee" providerId="LiveId" clId="{29500FE1-9FCC-4AEA-839A-4E7D98CCD835}" dt="2026-10-31T04:14:11.641" v="1528" actId="2711"/>
          <ac:spMkLst>
            <pc:docMk/>
            <pc:sldMk cId="0" sldId="273"/>
            <ac:spMk id="3" creationId="{00000000-0000-0000-0000-000000000000}"/>
          </ac:spMkLst>
        </pc:spChg>
        <pc:spChg chg="mod">
          <ac:chgData name="khethana ganta" userId="c7786f2083535dee" providerId="LiveId" clId="{29500FE1-9FCC-4AEA-839A-4E7D98CCD835}" dt="2026-10-31T04:14:26.995" v="1531" actId="2711"/>
          <ac:spMkLst>
            <pc:docMk/>
            <pc:sldMk cId="0" sldId="273"/>
            <ac:spMk id="8" creationId="{00000000-0000-0000-0000-000000000000}"/>
          </ac:spMkLst>
        </pc:spChg>
        <pc:spChg chg="mod">
          <ac:chgData name="khethana ganta" userId="c7786f2083535dee" providerId="LiveId" clId="{29500FE1-9FCC-4AEA-839A-4E7D98CCD835}" dt="2026-10-31T04:14:01.814" v="1526" actId="2711"/>
          <ac:spMkLst>
            <pc:docMk/>
            <pc:sldMk cId="0" sldId="273"/>
            <ac:spMk id="9" creationId="{00000000-0000-0000-0000-000000000000}"/>
          </ac:spMkLst>
        </pc:spChg>
        <pc:spChg chg="mod">
          <ac:chgData name="khethana ganta" userId="c7786f2083535dee" providerId="LiveId" clId="{29500FE1-9FCC-4AEA-839A-4E7D98CCD835}" dt="2026-10-31T04:14:20.155" v="1530" actId="2711"/>
          <ac:spMkLst>
            <pc:docMk/>
            <pc:sldMk cId="0" sldId="273"/>
            <ac:spMk id="13" creationId="{00000000-0000-0000-0000-000000000000}"/>
          </ac:spMkLst>
        </pc:spChg>
        <pc:spChg chg="mod">
          <ac:chgData name="khethana ganta" userId="c7786f2083535dee" providerId="LiveId" clId="{29500FE1-9FCC-4AEA-839A-4E7D98CCD835}" dt="2026-10-31T04:14:08.161" v="1527" actId="2711"/>
          <ac:spMkLst>
            <pc:docMk/>
            <pc:sldMk cId="0" sldId="273"/>
            <ac:spMk id="14" creationId="{00000000-0000-0000-0000-000000000000}"/>
          </ac:spMkLst>
        </pc:spChg>
        <pc:spChg chg="mod">
          <ac:chgData name="khethana ganta" userId="c7786f2083535dee" providerId="LiveId" clId="{29500FE1-9FCC-4AEA-839A-4E7D98CCD835}" dt="2026-10-31T04:14:14.885" v="1529" actId="2711"/>
          <ac:spMkLst>
            <pc:docMk/>
            <pc:sldMk cId="0" sldId="273"/>
            <ac:spMk id="18" creationId="{00000000-0000-0000-0000-000000000000}"/>
          </ac:spMkLst>
        </pc:spChg>
        <pc:graphicFrameChg chg="mod modGraphic">
          <ac:chgData name="khethana ganta" userId="c7786f2083535dee" providerId="LiveId" clId="{29500FE1-9FCC-4AEA-839A-4E7D98CCD835}" dt="2026-10-31T04:13:57.767" v="1525" actId="2711"/>
          <ac:graphicFrameMkLst>
            <pc:docMk/>
            <pc:sldMk cId="0" sldId="273"/>
            <ac:graphicFrameMk id="19" creationId="{00000000-0000-0000-0000-000000000000}"/>
          </ac:graphicFrameMkLst>
        </pc:graphicFrameChg>
      </pc:sldChg>
      <pc:sldChg chg="modSp mod">
        <pc:chgData name="khethana ganta" userId="c7786f2083535dee" providerId="LiveId" clId="{29500FE1-9FCC-4AEA-839A-4E7D98CCD835}" dt="2026-10-31T04:14:42.346" v="1535" actId="2711"/>
        <pc:sldMkLst>
          <pc:docMk/>
          <pc:sldMk cId="0" sldId="274"/>
        </pc:sldMkLst>
        <pc:spChg chg="mod">
          <ac:chgData name="khethana ganta" userId="c7786f2083535dee" providerId="LiveId" clId="{29500FE1-9FCC-4AEA-839A-4E7D98CCD835}" dt="2026-10-31T04:14:36.600" v="1533" actId="2711"/>
          <ac:spMkLst>
            <pc:docMk/>
            <pc:sldMk cId="0" sldId="274"/>
            <ac:spMk id="7" creationId="{00000000-0000-0000-0000-000000000000}"/>
          </ac:spMkLst>
        </pc:spChg>
        <pc:spChg chg="mod">
          <ac:chgData name="khethana ganta" userId="c7786f2083535dee" providerId="LiveId" clId="{29500FE1-9FCC-4AEA-839A-4E7D98CCD835}" dt="2026-10-31T04:14:34.006" v="1532" actId="2711"/>
          <ac:spMkLst>
            <pc:docMk/>
            <pc:sldMk cId="0" sldId="274"/>
            <ac:spMk id="8" creationId="{00000000-0000-0000-0000-000000000000}"/>
          </ac:spMkLst>
        </pc:spChg>
        <pc:spChg chg="mod">
          <ac:chgData name="khethana ganta" userId="c7786f2083535dee" providerId="LiveId" clId="{29500FE1-9FCC-4AEA-839A-4E7D98CCD835}" dt="2026-10-31T04:14:42.346" v="1535" actId="2711"/>
          <ac:spMkLst>
            <pc:docMk/>
            <pc:sldMk cId="0" sldId="274"/>
            <ac:spMk id="12" creationId="{00000000-0000-0000-0000-000000000000}"/>
          </ac:spMkLst>
        </pc:spChg>
        <pc:spChg chg="mod">
          <ac:chgData name="khethana ganta" userId="c7786f2083535dee" providerId="LiveId" clId="{29500FE1-9FCC-4AEA-839A-4E7D98CCD835}" dt="2026-10-31T04:14:39.155" v="1534" actId="2711"/>
          <ac:spMkLst>
            <pc:docMk/>
            <pc:sldMk cId="0" sldId="274"/>
            <ac:spMk id="13" creationId="{00000000-0000-0000-0000-000000000000}"/>
          </ac:spMkLst>
        </pc:spChg>
      </pc:sldChg>
      <pc:sldChg chg="delSp modSp mod">
        <pc:chgData name="khethana ganta" userId="c7786f2083535dee" providerId="LiveId" clId="{29500FE1-9FCC-4AEA-839A-4E7D98CCD835}" dt="2026-10-31T04:14:55.175" v="1538" actId="2711"/>
        <pc:sldMkLst>
          <pc:docMk/>
          <pc:sldMk cId="0" sldId="275"/>
        </pc:sldMkLst>
        <pc:spChg chg="mod">
          <ac:chgData name="khethana ganta" userId="c7786f2083535dee" providerId="LiveId" clId="{29500FE1-9FCC-4AEA-839A-4E7D98CCD835}" dt="2026-10-31T03:29:27.408" v="1338" actId="14100"/>
          <ac:spMkLst>
            <pc:docMk/>
            <pc:sldMk cId="0" sldId="275"/>
            <ac:spMk id="4" creationId="{00000000-0000-0000-0000-000000000000}"/>
          </ac:spMkLst>
        </pc:spChg>
        <pc:spChg chg="del">
          <ac:chgData name="khethana ganta" userId="c7786f2083535dee" providerId="LiveId" clId="{29500FE1-9FCC-4AEA-839A-4E7D98CCD835}" dt="2026-10-30T09:56:42.453" v="1214" actId="478"/>
          <ac:spMkLst>
            <pc:docMk/>
            <pc:sldMk cId="0" sldId="275"/>
            <ac:spMk id="5" creationId="{00000000-0000-0000-0000-000000000000}"/>
          </ac:spMkLst>
        </pc:spChg>
        <pc:spChg chg="mod">
          <ac:chgData name="khethana ganta" userId="c7786f2083535dee" providerId="LiveId" clId="{29500FE1-9FCC-4AEA-839A-4E7D98CCD835}" dt="2026-10-31T04:14:47.300" v="1536" actId="2711"/>
          <ac:spMkLst>
            <pc:docMk/>
            <pc:sldMk cId="0" sldId="275"/>
            <ac:spMk id="6" creationId="{00000000-0000-0000-0000-000000000000}"/>
          </ac:spMkLst>
        </pc:spChg>
        <pc:spChg chg="del mod">
          <ac:chgData name="khethana ganta" userId="c7786f2083535dee" providerId="LiveId" clId="{29500FE1-9FCC-4AEA-839A-4E7D98CCD835}" dt="2026-10-30T09:56:03.778" v="1201" actId="478"/>
          <ac:spMkLst>
            <pc:docMk/>
            <pc:sldMk cId="0" sldId="275"/>
            <ac:spMk id="7" creationId="{00000000-0000-0000-0000-000000000000}"/>
          </ac:spMkLst>
        </pc:spChg>
        <pc:spChg chg="del">
          <ac:chgData name="khethana ganta" userId="c7786f2083535dee" providerId="LiveId" clId="{29500FE1-9FCC-4AEA-839A-4E7D98CCD835}" dt="2026-10-30T09:56:05.559" v="1202" actId="478"/>
          <ac:spMkLst>
            <pc:docMk/>
            <pc:sldMk cId="0" sldId="275"/>
            <ac:spMk id="8" creationId="{00000000-0000-0000-0000-000000000000}"/>
          </ac:spMkLst>
        </pc:spChg>
        <pc:spChg chg="del mod">
          <ac:chgData name="khethana ganta" userId="c7786f2083535dee" providerId="LiveId" clId="{29500FE1-9FCC-4AEA-839A-4E7D98CCD835}" dt="2026-10-30T09:58:00.401" v="1217" actId="478"/>
          <ac:spMkLst>
            <pc:docMk/>
            <pc:sldMk cId="0" sldId="275"/>
            <ac:spMk id="9" creationId="{00000000-0000-0000-0000-000000000000}"/>
          </ac:spMkLst>
        </pc:spChg>
        <pc:spChg chg="del">
          <ac:chgData name="khethana ganta" userId="c7786f2083535dee" providerId="LiveId" clId="{29500FE1-9FCC-4AEA-839A-4E7D98CCD835}" dt="2026-10-30T09:56:07.616" v="1203" actId="478"/>
          <ac:spMkLst>
            <pc:docMk/>
            <pc:sldMk cId="0" sldId="275"/>
            <ac:spMk id="10" creationId="{00000000-0000-0000-0000-000000000000}"/>
          </ac:spMkLst>
        </pc:spChg>
        <pc:spChg chg="del mod">
          <ac:chgData name="khethana ganta" userId="c7786f2083535dee" providerId="LiveId" clId="{29500FE1-9FCC-4AEA-839A-4E7D98CCD835}" dt="2026-10-30T09:56:18.586" v="1207" actId="478"/>
          <ac:spMkLst>
            <pc:docMk/>
            <pc:sldMk cId="0" sldId="275"/>
            <ac:spMk id="11" creationId="{00000000-0000-0000-0000-000000000000}"/>
          </ac:spMkLst>
        </pc:spChg>
        <pc:spChg chg="del">
          <ac:chgData name="khethana ganta" userId="c7786f2083535dee" providerId="LiveId" clId="{29500FE1-9FCC-4AEA-839A-4E7D98CCD835}" dt="2026-10-30T09:56:09.163" v="1204" actId="478"/>
          <ac:spMkLst>
            <pc:docMk/>
            <pc:sldMk cId="0" sldId="275"/>
            <ac:spMk id="12" creationId="{00000000-0000-0000-0000-000000000000}"/>
          </ac:spMkLst>
        </pc:spChg>
        <pc:spChg chg="mod">
          <ac:chgData name="khethana ganta" userId="c7786f2083535dee" providerId="LiveId" clId="{29500FE1-9FCC-4AEA-839A-4E7D98CCD835}" dt="2026-10-31T04:14:52.085" v="1537" actId="2711"/>
          <ac:spMkLst>
            <pc:docMk/>
            <pc:sldMk cId="0" sldId="275"/>
            <ac:spMk id="16" creationId="{00000000-0000-0000-0000-000000000000}"/>
          </ac:spMkLst>
        </pc:spChg>
        <pc:spChg chg="mod">
          <ac:chgData name="khethana ganta" userId="c7786f2083535dee" providerId="LiveId" clId="{29500FE1-9FCC-4AEA-839A-4E7D98CCD835}" dt="2026-10-31T03:29:57.998" v="1348" actId="20577"/>
          <ac:spMkLst>
            <pc:docMk/>
            <pc:sldMk cId="0" sldId="275"/>
            <ac:spMk id="17" creationId="{00000000-0000-0000-0000-000000000000}"/>
          </ac:spMkLst>
        </pc:spChg>
        <pc:spChg chg="mod">
          <ac:chgData name="khethana ganta" userId="c7786f2083535dee" providerId="LiveId" clId="{29500FE1-9FCC-4AEA-839A-4E7D98CCD835}" dt="2026-10-31T04:14:55.175" v="1538" actId="2711"/>
          <ac:spMkLst>
            <pc:docMk/>
            <pc:sldMk cId="0" sldId="275"/>
            <ac:spMk id="18" creationId="{00000000-0000-0000-0000-000000000000}"/>
          </ac:spMkLst>
        </pc:spChg>
      </pc:sldChg>
      <pc:sldChg chg="modSp mod">
        <pc:chgData name="khethana ganta" userId="c7786f2083535dee" providerId="LiveId" clId="{29500FE1-9FCC-4AEA-839A-4E7D98CCD835}" dt="2026-10-31T04:15:12.912" v="1543" actId="2711"/>
        <pc:sldMkLst>
          <pc:docMk/>
          <pc:sldMk cId="0" sldId="276"/>
        </pc:sldMkLst>
        <pc:spChg chg="mod">
          <ac:chgData name="khethana ganta" userId="c7786f2083535dee" providerId="LiveId" clId="{29500FE1-9FCC-4AEA-839A-4E7D98CCD835}" dt="2026-10-31T04:15:00.076" v="1539" actId="2711"/>
          <ac:spMkLst>
            <pc:docMk/>
            <pc:sldMk cId="0" sldId="276"/>
            <ac:spMk id="7" creationId="{00000000-0000-0000-0000-000000000000}"/>
          </ac:spMkLst>
        </pc:spChg>
        <pc:spChg chg="mod">
          <ac:chgData name="khethana ganta" userId="c7786f2083535dee" providerId="LiveId" clId="{29500FE1-9FCC-4AEA-839A-4E7D98CCD835}" dt="2026-10-31T04:15:03.900" v="1540" actId="2711"/>
          <ac:spMkLst>
            <pc:docMk/>
            <pc:sldMk cId="0" sldId="276"/>
            <ac:spMk id="11" creationId="{00000000-0000-0000-0000-000000000000}"/>
          </ac:spMkLst>
        </pc:spChg>
        <pc:spChg chg="mod">
          <ac:chgData name="khethana ganta" userId="c7786f2083535dee" providerId="LiveId" clId="{29500FE1-9FCC-4AEA-839A-4E7D98CCD835}" dt="2026-10-31T04:15:06.743" v="1541" actId="2711"/>
          <ac:spMkLst>
            <pc:docMk/>
            <pc:sldMk cId="0" sldId="276"/>
            <ac:spMk id="15" creationId="{00000000-0000-0000-0000-000000000000}"/>
          </ac:spMkLst>
        </pc:spChg>
        <pc:spChg chg="mod">
          <ac:chgData name="khethana ganta" userId="c7786f2083535dee" providerId="LiveId" clId="{29500FE1-9FCC-4AEA-839A-4E7D98CCD835}" dt="2026-10-31T04:15:09.854" v="1542" actId="2711"/>
          <ac:spMkLst>
            <pc:docMk/>
            <pc:sldMk cId="0" sldId="276"/>
            <ac:spMk id="19" creationId="{00000000-0000-0000-0000-000000000000}"/>
          </ac:spMkLst>
        </pc:spChg>
        <pc:spChg chg="mod">
          <ac:chgData name="khethana ganta" userId="c7786f2083535dee" providerId="LiveId" clId="{29500FE1-9FCC-4AEA-839A-4E7D98CCD835}" dt="2026-10-31T04:15:12.912" v="1543" actId="2711"/>
          <ac:spMkLst>
            <pc:docMk/>
            <pc:sldMk cId="0" sldId="276"/>
            <ac:spMk id="24" creationId="{00000000-0000-0000-0000-000000000000}"/>
          </ac:spMkLst>
        </pc:spChg>
      </pc:sldChg>
      <pc:sldChg chg="modSp mod">
        <pc:chgData name="khethana ganta" userId="c7786f2083535dee" providerId="LiveId" clId="{29500FE1-9FCC-4AEA-839A-4E7D98CCD835}" dt="2026-10-31T04:15:17.613" v="1544" actId="2711"/>
        <pc:sldMkLst>
          <pc:docMk/>
          <pc:sldMk cId="0" sldId="277"/>
        </pc:sldMkLst>
        <pc:graphicFrameChg chg="mod modGraphic">
          <ac:chgData name="khethana ganta" userId="c7786f2083535dee" providerId="LiveId" clId="{29500FE1-9FCC-4AEA-839A-4E7D98CCD835}" dt="2026-10-31T04:15:17.613" v="1544" actId="2711"/>
          <ac:graphicFrameMkLst>
            <pc:docMk/>
            <pc:sldMk cId="0" sldId="277"/>
            <ac:graphicFrameMk id="23" creationId="{00000000-0000-0000-0000-000000000000}"/>
          </ac:graphicFrameMkLst>
        </pc:graphicFrameChg>
      </pc:sldChg>
      <pc:sldChg chg="modSp mod">
        <pc:chgData name="khethana ganta" userId="c7786f2083535dee" providerId="LiveId" clId="{29500FE1-9FCC-4AEA-839A-4E7D98CCD835}" dt="2026-10-31T04:15:30.563" v="1547" actId="2711"/>
        <pc:sldMkLst>
          <pc:docMk/>
          <pc:sldMk cId="0" sldId="278"/>
        </pc:sldMkLst>
        <pc:spChg chg="mod">
          <ac:chgData name="khethana ganta" userId="c7786f2083535dee" providerId="LiveId" clId="{29500FE1-9FCC-4AEA-839A-4E7D98CCD835}" dt="2026-10-31T04:15:22.311" v="1545" actId="2711"/>
          <ac:spMkLst>
            <pc:docMk/>
            <pc:sldMk cId="0" sldId="278"/>
            <ac:spMk id="4" creationId="{00000000-0000-0000-0000-000000000000}"/>
          </ac:spMkLst>
        </pc:spChg>
        <pc:spChg chg="mod">
          <ac:chgData name="khethana ganta" userId="c7786f2083535dee" providerId="LiveId" clId="{29500FE1-9FCC-4AEA-839A-4E7D98CCD835}" dt="2026-10-31T04:15:27.442" v="1546" actId="2711"/>
          <ac:spMkLst>
            <pc:docMk/>
            <pc:sldMk cId="0" sldId="278"/>
            <ac:spMk id="8" creationId="{00000000-0000-0000-0000-000000000000}"/>
          </ac:spMkLst>
        </pc:spChg>
        <pc:spChg chg="mod">
          <ac:chgData name="khethana ganta" userId="c7786f2083535dee" providerId="LiveId" clId="{29500FE1-9FCC-4AEA-839A-4E7D98CCD835}" dt="2026-10-31T04:15:30.563" v="1547" actId="2711"/>
          <ac:spMkLst>
            <pc:docMk/>
            <pc:sldMk cId="0" sldId="278"/>
            <ac:spMk id="9" creationId="{00000000-0000-0000-0000-000000000000}"/>
          </ac:spMkLst>
        </pc:spChg>
      </pc:sldChg>
      <pc:sldChg chg="addSp delSp modSp mod">
        <pc:chgData name="khethana ganta" userId="c7786f2083535dee" providerId="LiveId" clId="{29500FE1-9FCC-4AEA-839A-4E7D98CCD835}" dt="2026-10-31T04:17:13.461" v="1694" actId="20577"/>
        <pc:sldMkLst>
          <pc:docMk/>
          <pc:sldMk cId="0" sldId="279"/>
        </pc:sldMkLst>
        <pc:spChg chg="del mod">
          <ac:chgData name="khethana ganta" userId="c7786f2083535dee" providerId="LiveId" clId="{29500FE1-9FCC-4AEA-839A-4E7D98CCD835}" dt="2026-10-31T04:15:53.886" v="1551" actId="478"/>
          <ac:spMkLst>
            <pc:docMk/>
            <pc:sldMk cId="0" sldId="279"/>
            <ac:spMk id="3" creationId="{00000000-0000-0000-0000-000000000000}"/>
          </ac:spMkLst>
        </pc:spChg>
        <pc:spChg chg="mod">
          <ac:chgData name="khethana ganta" userId="c7786f2083535dee" providerId="LiveId" clId="{29500FE1-9FCC-4AEA-839A-4E7D98CCD835}" dt="2026-10-31T04:17:13.461" v="1694" actId="20577"/>
          <ac:spMkLst>
            <pc:docMk/>
            <pc:sldMk cId="0" sldId="279"/>
            <ac:spMk id="4" creationId="{00000000-0000-0000-0000-000000000000}"/>
          </ac:spMkLst>
        </pc:spChg>
        <pc:spChg chg="add del mod">
          <ac:chgData name="khethana ganta" userId="c7786f2083535dee" providerId="LiveId" clId="{29500FE1-9FCC-4AEA-839A-4E7D98CCD835}" dt="2026-10-31T04:15:53.887" v="1553"/>
          <ac:spMkLst>
            <pc:docMk/>
            <pc:sldMk cId="0" sldId="279"/>
            <ac:spMk id="5" creationId="{4A02C6B6-B71A-1925-6949-F07C950538E9}"/>
          </ac:spMkLst>
        </pc:spChg>
      </pc:sldChg>
      <pc:sldChg chg="addSp new mod">
        <pc:chgData name="khethana ganta" userId="c7786f2083535dee" providerId="LiveId" clId="{29500FE1-9FCC-4AEA-839A-4E7D98CCD835}" dt="2026-10-30T08:06:19.786" v="569" actId="22"/>
        <pc:sldMkLst>
          <pc:docMk/>
          <pc:sldMk cId="4267725688" sldId="280"/>
        </pc:sldMkLst>
        <pc:picChg chg="add">
          <ac:chgData name="khethana ganta" userId="c7786f2083535dee" providerId="LiveId" clId="{29500FE1-9FCC-4AEA-839A-4E7D98CCD835}" dt="2026-10-30T08:06:19.786" v="569" actId="22"/>
          <ac:picMkLst>
            <pc:docMk/>
            <pc:sldMk cId="4267725688" sldId="280"/>
            <ac:picMk id="3" creationId="{04B19878-A9DB-BEC9-322F-DA2D753D1FF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4205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all bracketed text. Use the full project title, list every team member with registration number, and name your guide. Insert the institution logo in the dashed box.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domain, the exact problem and why it matters. Keep it to about 2 minutes. Add one real-world statistic if you can, with a citation.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should be measurable and start with action verbs. The scope slide tells the panel what you did and did not attempt.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four to six relevant papers or existing systems. End with the research gap, because that gap justifies your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left to right. Rename the steps to match your project (for example, Requirement Analysis, Design, Coding, Testing, Deployment). End with your novelty.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a clear block diagram: input, processing, storage, output. Number each block and explain them on the right. Redraw the figure yourself rather than copying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only what you actually used, with versions. For a pure software project, shorten the hardware list and add cloud or deployment resources.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two or three plots that tell a story: distributions, correlations, outliers. Explain what each plot told you and what you did about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 the project into three to five modules. For each, state its purpose, inputs, outputs and who built it. Duplicate a card if you have more modules.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each model, algorithm or technology, say why you chose it, and list the key settings. Then explain how you picked the final 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build in the order you did it. Paste only the most important code or pseudocode, not entire files. For hardware projects, show the circuit or wiring summary instead.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real screenshots, photos of the hardware or a short demo video link. Caption each one with what the viewer should notice.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Right-click the chart and choose Edit Data to enter your real numbers. Replace the metrics with the ones that fit your project (accuracy, latency, power, throughput, user rating). State clearly which option performed best.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the numbers mean. Use a confusion matrix, ROC curve, feature-importance chart or output comparison. Be honest about weak results; panels value that.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representative test cases with expected and actual outcomes. Name the validation methods you used. Delete rows you do not need.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Pair every challenge with how you solved it, and list limitations that the panel would otherwise spot themselves.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Revisit each objective and say whether you met it. Quote your headline result with numbers. Do not introduce new material here.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concrete next steps, ideally tied to the limitations. Then name two or three real-world uses.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work was planned and shared. Every member should be able to explain their own module.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IEEE style, numbered in order of first citation in the deck. Include datasets, documentation and code repositories.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questions. Make sure every team member can answer questions about their own module.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[Project Title]  |  [Department]  |  Final Project Review</a:t>
            </a:r>
            <a:endParaRPr lang="en-US" sz="1000" dirty="0"/>
          </a:p>
        </p:txBody>
      </p:sp>
      <p:sp>
        <p:nvSpPr>
          <p:cNvPr id="3" name="Text 1"/>
          <p:cNvSpPr>
            <a:spLocks noGrp="1"/>
          </p:cNvSpPr>
          <p:nvPr>
            <p:ph type="title" idx="101" hasCustomPrompt="1"/>
          </p:nvPr>
        </p:nvSpPr>
        <p:spPr>
          <a:xfrm>
            <a:off x="548640" y="365760"/>
            <a:ext cx="11091672" cy="7772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r>
              <a:rPr lang="en-US" sz="3200" b="1" dirty="0">
                <a:solidFill>
                  <a:schemeClr val="tx2"/>
                </a:solidFill>
              </a:rPr>
              <a:t>Slide Title</a:t>
            </a:r>
            <a:endParaRPr lang="en-US" sz="3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txBody>
          <a:bodyPr/>
          <a:lstStyle/>
          <a:p>
            <a:endParaRPr lang="en-IN"/>
          </a:p>
        </p:txBody>
      </p:sp>
      <p:pic>
        <p:nvPicPr>
          <p:cNvPr id="3" name="Image 0" descr="circles.png"/>
          <p:cNvPicPr>
            <a:picLocks noChangeAspect="1"/>
          </p:cNvPicPr>
          <p:nvPr/>
        </p:nvPicPr>
        <p:blipFill>
          <a:blip r:embed="rId2"/>
          <a:stretch>
            <a:fillRect/>
          </a:stretch>
        </p:blipFill>
        <p:spPr>
          <a:xfrm>
            <a:off x="0" y="0"/>
            <a:ext cx="12188952" cy="6858000"/>
          </a:xfrm>
          <a:prstGeom prst="rect">
            <a:avLst/>
          </a:prstGeom>
        </p:spPr>
      </p:pic>
      <p:sp>
        <p:nvSpPr>
          <p:cNvPr id="4" name="Text 1"/>
          <p:cNvSpPr>
            <a:spLocks noGrp="1"/>
          </p:cNvSpPr>
          <p:nvPr>
            <p:ph type="title" idx="102" hasCustomPrompt="1"/>
          </p:nvPr>
        </p:nvSpPr>
        <p:spPr>
          <a:xfrm>
            <a:off x="731520" y="1554480"/>
            <a:ext cx="7680960" cy="173736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r>
              <a:rPr lang="en-US" sz="3800" b="1" dirty="0">
                <a:solidFill>
                  <a:schemeClr val="bg1"/>
                </a:solidFill>
              </a:rPr>
              <a:t>[PROJECT TITLE]</a:t>
            </a:r>
            <a:endParaRPr lang="en-US" sz="3800" dirty="0"/>
          </a:p>
        </p:txBody>
      </p:sp>
      <p:sp>
        <p:nvSpPr>
          <p:cNvPr id="5" name="Text 1"/>
          <p:cNvSpPr>
            <a:spLocks noGrp="1"/>
          </p:cNvSpPr>
          <p:nvPr>
            <p:ph type="body" idx="103" hasCustomPrompt="1"/>
          </p:nvPr>
        </p:nvSpPr>
        <p:spPr>
          <a:xfrm>
            <a:off x="731520" y="3474720"/>
            <a:ext cx="7680960" cy="457200"/>
          </a:xfrm>
          <a:prstGeom prst="rect">
            <a:avLst/>
          </a:prstGeom>
          <a:noFill/>
          <a:ln/>
        </p:spPr>
        <p:txBody>
          <a:bodyPr wrap="square" rtlCol="0"/>
          <a:lstStyle>
            <a:lvl1pPr marL="0" indent="0">
              <a:buNone/>
              <a:defRPr lang="en-US" sz="1800" dirty="0">
                <a:solidFill>
                  <a:schemeClr val="bg2"/>
                </a:solidFill>
              </a:defRPr>
            </a:lvl1pPr>
          </a:lstStyle>
          <a:p>
            <a:pPr marL="0" indent="0">
              <a:buNone/>
            </a:pPr>
            <a:r>
              <a:rPr lang="en-US" sz="1800" dirty="0">
                <a:solidFill>
                  <a:schemeClr val="bg2"/>
                </a:solidFill>
              </a:rPr>
              <a:t>[Subtitle]</a:t>
            </a:r>
            <a:endParaRPr lang="en-US" sz="1800" dirty="0"/>
          </a:p>
        </p:txBody>
      </p:sp>
      <p:sp>
        <p:nvSpPr>
          <p:cNvPr id="6" name="Text 1"/>
          <p:cNvSpPr>
            <a:spLocks noGrp="1"/>
          </p:cNvSpPr>
          <p:nvPr>
            <p:ph type="body" idx="104" hasCustomPrompt="1"/>
          </p:nvPr>
        </p:nvSpPr>
        <p:spPr>
          <a:xfrm>
            <a:off x="731520" y="4206240"/>
            <a:ext cx="6949440" cy="1920240"/>
          </a:xfrm>
          <a:prstGeom prst="rect">
            <a:avLst/>
          </a:prstGeom>
          <a:noFill/>
          <a:ln/>
        </p:spPr>
        <p:txBody>
          <a:bodyPr wrap="square" rtlCol="0"/>
          <a:lstStyle>
            <a:lvl1pPr marL="0" indent="0">
              <a:buNone/>
              <a:defRPr lang="en-US" sz="1600" dirty="0">
                <a:solidFill>
                  <a:schemeClr val="bg1"/>
                </a:solidFill>
              </a:defRPr>
            </a:lvl1pPr>
          </a:lstStyle>
          <a:p>
            <a:pPr marL="0" indent="0">
              <a:buNone/>
            </a:pPr>
            <a:r>
              <a:rPr lang="en-US" sz="1600" dirty="0">
                <a:solidFill>
                  <a:schemeClr val="bg1"/>
                </a:solidFill>
              </a:rPr>
              <a:t>[Team]</a:t>
            </a: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txBody>
          <a:bodyPr/>
          <a:lstStyle/>
          <a:p>
            <a:endParaRPr lang="en-IN"/>
          </a:p>
        </p:txBody>
      </p:sp>
      <p:pic>
        <p:nvPicPr>
          <p:cNvPr id="3" name="Image 0" descr="circles.png"/>
          <p:cNvPicPr>
            <a:picLocks noChangeAspect="1"/>
          </p:cNvPicPr>
          <p:nvPr/>
        </p:nvPicPr>
        <p:blipFill>
          <a:blip r:embed="rId2"/>
          <a:stretch>
            <a:fillRect/>
          </a:stretch>
        </p:blipFill>
        <p:spPr>
          <a:xfrm>
            <a:off x="0" y="0"/>
            <a:ext cx="12188952" cy="6858000"/>
          </a:xfrm>
          <a:prstGeom prst="rect">
            <a:avLst/>
          </a:prstGeom>
        </p:spPr>
      </p:pic>
      <p:sp>
        <p:nvSpPr>
          <p:cNvPr id="4" name="Text 1"/>
          <p:cNvSpPr>
            <a:spLocks noGrp="1"/>
          </p:cNvSpPr>
          <p:nvPr>
            <p:ph type="title" idx="102" hasCustomPrompt="1"/>
          </p:nvPr>
        </p:nvSpPr>
        <p:spPr>
          <a:xfrm>
            <a:off x="731520" y="2011680"/>
            <a:ext cx="7680960" cy="118872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r>
              <a:rPr lang="en-US" sz="5400" b="1" dirty="0">
                <a:solidFill>
                  <a:schemeClr val="bg1"/>
                </a:solidFill>
              </a:rPr>
              <a:t>THANK YOU</a:t>
            </a:r>
            <a:endParaRPr lang="en-US" sz="5400" dirty="0"/>
          </a:p>
        </p:txBody>
      </p:sp>
      <p:sp>
        <p:nvSpPr>
          <p:cNvPr id="5" name="Text 1"/>
          <p:cNvSpPr>
            <a:spLocks noGrp="1"/>
          </p:cNvSpPr>
          <p:nvPr>
            <p:ph type="body" idx="103" hasCustomPrompt="1"/>
          </p:nvPr>
        </p:nvSpPr>
        <p:spPr>
          <a:xfrm>
            <a:off x="731520" y="3383280"/>
            <a:ext cx="7680960" cy="548640"/>
          </a:xfrm>
          <a:prstGeom prst="rect">
            <a:avLst/>
          </a:prstGeom>
          <a:noFill/>
          <a:ln/>
        </p:spPr>
        <p:txBody>
          <a:bodyPr wrap="square" rtlCol="0"/>
          <a:lstStyle>
            <a:lvl1pPr marL="0" indent="0">
              <a:buNone/>
              <a:defRPr lang="en-US" sz="2400" dirty="0">
                <a:solidFill>
                  <a:schemeClr val="bg2"/>
                </a:solidFill>
              </a:defRPr>
            </a:lvl1pPr>
          </a:lstStyle>
          <a:p>
            <a:pPr marL="0" indent="0">
              <a:buNone/>
            </a:pPr>
            <a:r>
              <a:rPr lang="en-US" sz="2400" dirty="0">
                <a:solidFill>
                  <a:schemeClr val="bg2"/>
                </a:solidFill>
              </a:rPr>
              <a:t>Questions</a:t>
            </a:r>
            <a:endParaRPr lang="en-US" sz="2400" dirty="0"/>
          </a:p>
        </p:txBody>
      </p:sp>
      <p:sp>
        <p:nvSpPr>
          <p:cNvPr id="6" name="Text 1"/>
          <p:cNvSpPr>
            <a:spLocks noGrp="1"/>
          </p:cNvSpPr>
          <p:nvPr>
            <p:ph type="body" idx="104" hasCustomPrompt="1"/>
          </p:nvPr>
        </p:nvSpPr>
        <p:spPr>
          <a:xfrm>
            <a:off x="731520" y="4297680"/>
            <a:ext cx="6949440" cy="1463040"/>
          </a:xfrm>
          <a:prstGeom prst="rect">
            <a:avLst/>
          </a:prstGeom>
          <a:noFill/>
          <a:ln/>
        </p:spPr>
        <p:txBody>
          <a:bodyPr wrap="square" rtlCol="0"/>
          <a:lstStyle>
            <a:lvl1pPr marL="0" indent="0">
              <a:buNone/>
              <a:defRPr lang="en-US" sz="1600" dirty="0">
                <a:solidFill>
                  <a:schemeClr val="bg1"/>
                </a:solidFill>
              </a:defRPr>
            </a:lvl1pPr>
          </a:lstStyle>
          <a:p>
            <a:pPr marL="0" indent="0">
              <a:buNone/>
            </a:pPr>
            <a:r>
              <a:rPr lang="en-US" sz="1600" dirty="0">
                <a:solidFill>
                  <a:schemeClr val="bg1"/>
                </a:solidFill>
              </a:rPr>
              <a:t>Contact</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scikit-learn.org/stable/?utm_source=chatgpt.com" TargetMode="External"/><Relationship Id="rId13" Type="http://schemas.openxmlformats.org/officeDocument/2006/relationships/hyperlink" Target="https://www.data.gov.in/catalog/current-daily-price-various-commodities-various-markets-mandi" TargetMode="External"/><Relationship Id="rId3" Type="http://schemas.openxmlformats.org/officeDocument/2006/relationships/hyperlink" Target="https://docs.python.org/3/?utm_source=chatgpt.com" TargetMode="External"/><Relationship Id="rId7" Type="http://schemas.openxmlformats.org/officeDocument/2006/relationships/hyperlink" Target="https://seaborn.pydata.org/?utm_source=chatgpt.com" TargetMode="External"/><Relationship Id="rId12" Type="http://schemas.openxmlformats.org/officeDocument/2006/relationships/hyperlink" Target="https://www.kaggle.com/datasets/patelris/crop-yield-prediction-dataset"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matplotlib.org/stable/?utm_source=chatgpt.com" TargetMode="External"/><Relationship Id="rId11" Type="http://schemas.openxmlformats.org/officeDocument/2006/relationships/hyperlink" Target="https://github.com/Ganta-khethana/DS_S7_T18_AgriIntelligence/tree/main/Project" TargetMode="External"/><Relationship Id="rId5" Type="http://schemas.openxmlformats.org/officeDocument/2006/relationships/hyperlink" Target="https://numpy.org/doc/?utm_source=chatgpt.com" TargetMode="External"/><Relationship Id="rId10" Type="http://schemas.openxmlformats.org/officeDocument/2006/relationships/image" Target="../media/image35.png"/><Relationship Id="rId4" Type="http://schemas.openxmlformats.org/officeDocument/2006/relationships/hyperlink" Target="https://pandas.pydata.org/docs/?utm_source=chatgpt.com" TargetMode="External"/><Relationship Id="rId9" Type="http://schemas.openxmlformats.org/officeDocument/2006/relationships/hyperlink" Target="https://docs.streamlit.io/?utm_source=chatgpt.com" TargetMode="External"/><Relationship Id="rId14" Type="http://schemas.openxmlformats.org/officeDocument/2006/relationships/hyperlink" Target="file:///C:\Users\Khethana\OneDrive\Documents\ArgiIntelligence"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65759" y="1138841"/>
            <a:ext cx="9252065" cy="1737360"/>
          </a:xfrm>
          <a:prstGeom prst="rect">
            <a:avLst/>
          </a:prstGeom>
          <a:noFill/>
          <a:ln/>
        </p:spPr>
        <p:txBody>
          <a:bodyPr wrap="square" lIns="0" tIns="0" rIns="0" bIns="0" rtlCol="0" anchor="b"/>
          <a:lstStyle/>
          <a:p>
            <a:r>
              <a:rPr lang="en-IN" dirty="0">
                <a:cs typeface="Times New Roman" panose="02020603050405020304" pitchFamily="18" charset="0"/>
              </a:rPr>
              <a:t>AgriIntelligence – An End-to-End Crop, Weather &amp; Market Analytics Platform</a:t>
            </a:r>
          </a:p>
        </p:txBody>
      </p:sp>
      <p:sp>
        <p:nvSpPr>
          <p:cNvPr id="3" name="Text 1"/>
          <p:cNvSpPr>
            <a:spLocks noGrp="1"/>
          </p:cNvSpPr>
          <p:nvPr>
            <p:ph type="body" idx="103" hasCustomPrompt="1"/>
          </p:nvPr>
        </p:nvSpPr>
        <p:spPr>
          <a:xfrm>
            <a:off x="731520" y="3474720"/>
            <a:ext cx="7680960" cy="457200"/>
          </a:xfrm>
          <a:prstGeom prst="rect">
            <a:avLst/>
          </a:prstGeom>
          <a:noFill/>
          <a:ln/>
        </p:spPr>
        <p:txBody>
          <a:bodyPr wrap="square" lIns="0" tIns="0" rIns="0" bIns="0" rtlCol="0"/>
          <a:lstStyle/>
          <a:p>
            <a:pPr marL="0" indent="0">
              <a:buNone/>
            </a:pPr>
            <a:r>
              <a:rPr lang="en-US" sz="1800" dirty="0">
                <a:solidFill>
                  <a:schemeClr val="bg2"/>
                </a:solidFill>
                <a:latin typeface="+mj-lt"/>
                <a:cs typeface="Times New Roman" panose="02020603050405020304" pitchFamily="18" charset="0"/>
              </a:rPr>
              <a:t>Final Project Review  |  Department of </a:t>
            </a:r>
            <a:r>
              <a:rPr lang="en-US" dirty="0">
                <a:latin typeface="+mj-lt"/>
                <a:cs typeface="Times New Roman" panose="02020603050405020304" pitchFamily="18" charset="0"/>
              </a:rPr>
              <a:t>CSE </a:t>
            </a:r>
            <a:r>
              <a:rPr lang="en-US" sz="1800" dirty="0">
                <a:solidFill>
                  <a:schemeClr val="bg2"/>
                </a:solidFill>
                <a:latin typeface="+mj-lt"/>
                <a:cs typeface="Times New Roman" panose="02020603050405020304" pitchFamily="18" charset="0"/>
              </a:rPr>
              <a:t>|  KLH University</a:t>
            </a:r>
            <a:endParaRPr lang="en-US" sz="1800" dirty="0">
              <a:latin typeface="+mj-lt"/>
              <a:cs typeface="Times New Roman" panose="02020603050405020304" pitchFamily="18" charset="0"/>
            </a:endParaRPr>
          </a:p>
        </p:txBody>
      </p:sp>
      <p:sp>
        <p:nvSpPr>
          <p:cNvPr id="4" name="Text 1"/>
          <p:cNvSpPr>
            <a:spLocks noGrp="1"/>
          </p:cNvSpPr>
          <p:nvPr>
            <p:ph type="body" idx="104" hasCustomPrompt="1"/>
          </p:nvPr>
        </p:nvSpPr>
        <p:spPr>
          <a:xfrm>
            <a:off x="731520" y="4206240"/>
            <a:ext cx="6949440" cy="1920240"/>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latin typeface="+mj-lt"/>
                <a:cs typeface="Times New Roman" panose="02020603050405020304" pitchFamily="18" charset="0"/>
              </a:rPr>
              <a:t>TEAM MEMBERS</a:t>
            </a:r>
            <a:endParaRPr lang="en-US" sz="1600" dirty="0">
              <a:latin typeface="+mj-lt"/>
              <a:cs typeface="Times New Roman" panose="02020603050405020304" pitchFamily="18" charset="0"/>
            </a:endParaRPr>
          </a:p>
          <a:p>
            <a:pPr marL="0" indent="0">
              <a:spcAft>
                <a:spcPts val="400"/>
              </a:spcAft>
              <a:buNone/>
            </a:pPr>
            <a:r>
              <a:rPr lang="en-US" sz="1600" dirty="0">
                <a:solidFill>
                  <a:schemeClr val="bg1"/>
                </a:solidFill>
                <a:latin typeface="+mj-lt"/>
                <a:cs typeface="Times New Roman" panose="02020603050405020304" pitchFamily="18" charset="0"/>
              </a:rPr>
              <a:t>2420030290 – D Kamal</a:t>
            </a:r>
            <a:endParaRPr lang="en-US" sz="1600" dirty="0">
              <a:latin typeface="+mj-lt"/>
              <a:cs typeface="Times New Roman" panose="02020603050405020304" pitchFamily="18" charset="0"/>
            </a:endParaRPr>
          </a:p>
          <a:p>
            <a:pPr marL="0" indent="0">
              <a:spcAft>
                <a:spcPts val="400"/>
              </a:spcAft>
              <a:buNone/>
            </a:pPr>
            <a:r>
              <a:rPr lang="en-US" dirty="0">
                <a:latin typeface="+mj-lt"/>
                <a:cs typeface="Times New Roman" panose="02020603050405020304" pitchFamily="18" charset="0"/>
              </a:rPr>
              <a:t>2420030291</a:t>
            </a:r>
            <a:r>
              <a:rPr lang="en-US" sz="1600" dirty="0">
                <a:solidFill>
                  <a:schemeClr val="bg1"/>
                </a:solidFill>
                <a:latin typeface="+mj-lt"/>
                <a:cs typeface="Times New Roman" panose="02020603050405020304" pitchFamily="18" charset="0"/>
              </a:rPr>
              <a:t> – </a:t>
            </a:r>
            <a:r>
              <a:rPr lang="en-US" dirty="0">
                <a:latin typeface="+mj-lt"/>
                <a:cs typeface="Times New Roman" panose="02020603050405020304" pitchFamily="18" charset="0"/>
              </a:rPr>
              <a:t>V Chandra</a:t>
            </a:r>
            <a:endParaRPr lang="en-US" sz="1600" dirty="0">
              <a:latin typeface="+mj-lt"/>
              <a:cs typeface="Times New Roman" panose="02020603050405020304" pitchFamily="18" charset="0"/>
            </a:endParaRPr>
          </a:p>
          <a:p>
            <a:pPr marL="0" indent="0">
              <a:spcAft>
                <a:spcPts val="400"/>
              </a:spcAft>
              <a:buNone/>
            </a:pPr>
            <a:r>
              <a:rPr lang="en-US" dirty="0">
                <a:latin typeface="+mj-lt"/>
                <a:cs typeface="Times New Roman" panose="02020603050405020304" pitchFamily="18" charset="0"/>
              </a:rPr>
              <a:t>2420030461</a:t>
            </a:r>
            <a:r>
              <a:rPr lang="en-US" sz="1600" dirty="0">
                <a:solidFill>
                  <a:schemeClr val="bg1"/>
                </a:solidFill>
                <a:latin typeface="+mj-lt"/>
                <a:cs typeface="Times New Roman" panose="02020603050405020304" pitchFamily="18" charset="0"/>
              </a:rPr>
              <a:t> – </a:t>
            </a:r>
            <a:r>
              <a:rPr lang="en-US" dirty="0">
                <a:latin typeface="+mj-lt"/>
                <a:cs typeface="Times New Roman" panose="02020603050405020304" pitchFamily="18" charset="0"/>
              </a:rPr>
              <a:t>G Khethana</a:t>
            </a:r>
            <a:endParaRPr lang="en-US" sz="1600" dirty="0">
              <a:latin typeface="+mj-lt"/>
              <a:cs typeface="Times New Roman" panose="02020603050405020304" pitchFamily="18" charset="0"/>
            </a:endParaRPr>
          </a:p>
          <a:p>
            <a:r>
              <a:rPr lang="en-US" sz="1600" dirty="0">
                <a:solidFill>
                  <a:schemeClr val="bg1"/>
                </a:solidFill>
                <a:latin typeface="+mj-lt"/>
                <a:cs typeface="Times New Roman" panose="02020603050405020304" pitchFamily="18" charset="0"/>
              </a:rPr>
              <a:t>Guide: </a:t>
            </a:r>
            <a:r>
              <a:rPr lang="en-IN" dirty="0">
                <a:latin typeface="+mj-lt"/>
                <a:cs typeface="Times New Roman" panose="02020603050405020304" pitchFamily="18" charset="0"/>
              </a:rPr>
              <a:t>B Prathusha Assistant Professor </a:t>
            </a:r>
            <a:r>
              <a:rPr lang="en-US" sz="1600" dirty="0">
                <a:solidFill>
                  <a:schemeClr val="bg1"/>
                </a:solidFill>
                <a:latin typeface="+mj-lt"/>
                <a:cs typeface="Times New Roman" panose="02020603050405020304" pitchFamily="18" charset="0"/>
              </a:rPr>
              <a:t>|   Academic Year: [2026–27]</a:t>
            </a:r>
            <a:endParaRPr lang="en-US" sz="1600" dirty="0">
              <a:latin typeface="+mj-lt"/>
              <a:cs typeface="Times New Roman" panose="02020603050405020304" pitchFamily="18" charset="0"/>
            </a:endParaRPr>
          </a:p>
        </p:txBody>
      </p:sp>
      <p:sp>
        <p:nvSpPr>
          <p:cNvPr id="9" name="Freeform 5">
            <a:extLst>
              <a:ext uri="{FF2B5EF4-FFF2-40B4-BE49-F238E27FC236}">
                <a16:creationId xmlns:a16="http://schemas.microsoft.com/office/drawing/2014/main" id="{C2F8955F-C058-4F32-351B-2B05533A7F2F}"/>
              </a:ext>
            </a:extLst>
          </p:cNvPr>
          <p:cNvSpPr/>
          <p:nvPr/>
        </p:nvSpPr>
        <p:spPr>
          <a:xfrm>
            <a:off x="0" y="0"/>
            <a:ext cx="1903615" cy="814647"/>
          </a:xfrm>
          <a:custGeom>
            <a:avLst/>
            <a:gdLst/>
            <a:ahLst/>
            <a:cxnLst/>
            <a:rect l="l" t="t" r="r" b="b"/>
            <a:pathLst>
              <a:path w="3135364" h="1383489">
                <a:moveTo>
                  <a:pt x="0" y="0"/>
                </a:moveTo>
                <a:lnTo>
                  <a:pt x="3135364" y="0"/>
                </a:lnTo>
                <a:lnTo>
                  <a:pt x="3135364" y="1383489"/>
                </a:lnTo>
                <a:lnTo>
                  <a:pt x="0" y="1383489"/>
                </a:lnTo>
                <a:lnTo>
                  <a:pt x="0" y="0"/>
                </a:lnTo>
                <a:close/>
              </a:path>
            </a:pathLst>
          </a:custGeom>
          <a:blipFill>
            <a:blip r:embed="rId3"/>
            <a:stretch>
              <a:fillRect t="-47755" b="-20693"/>
            </a:stretch>
          </a:blipFill>
        </p:spPr>
        <p:txBody>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Introduction &amp; Problem Statement</a:t>
            </a:r>
            <a:endParaRPr lang="en-US" sz="3200" dirty="0"/>
          </a:p>
        </p:txBody>
      </p:sp>
      <p:sp>
        <p:nvSpPr>
          <p:cNvPr id="4" name="Card"/>
          <p:cNvSpPr/>
          <p:nvPr/>
        </p:nvSpPr>
        <p:spPr>
          <a:xfrm>
            <a:off x="548640" y="1371600"/>
            <a:ext cx="6766560" cy="1463040"/>
          </a:xfrm>
          <a:prstGeom prst="roundRect">
            <a:avLst>
              <a:gd name="adj" fmla="val 7500"/>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Lightbulb icon"/>
          <p:cNvPicPr>
            <a:picLocks noChangeAspect="1"/>
          </p:cNvPicPr>
          <p:nvPr/>
        </p:nvPicPr>
        <p:blipFill>
          <a:blip r:embed="rId3"/>
          <a:stretch>
            <a:fillRect/>
          </a:stretch>
        </p:blipFill>
        <p:spPr>
          <a:xfrm>
            <a:off x="933602" y="1600200"/>
            <a:ext cx="281635" cy="281635"/>
          </a:xfrm>
          <a:prstGeom prst="rect">
            <a:avLst/>
          </a:prstGeom>
        </p:spPr>
      </p:pic>
      <p:sp>
        <p:nvSpPr>
          <p:cNvPr id="7" name="Text 3"/>
          <p:cNvSpPr txBox="1"/>
          <p:nvPr/>
        </p:nvSpPr>
        <p:spPr>
          <a:xfrm>
            <a:off x="1508760" y="1554480"/>
            <a:ext cx="557784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Background</a:t>
            </a:r>
            <a:endParaRPr lang="en-US" sz="1800" dirty="0">
              <a:latin typeface="+mj-lt"/>
            </a:endParaRPr>
          </a:p>
        </p:txBody>
      </p:sp>
      <p:sp>
        <p:nvSpPr>
          <p:cNvPr id="8" name="Text 4"/>
          <p:cNvSpPr txBox="1"/>
          <p:nvPr/>
        </p:nvSpPr>
        <p:spPr>
          <a:xfrm>
            <a:off x="665018" y="2028305"/>
            <a:ext cx="6421582" cy="457200"/>
          </a:xfrm>
          <a:prstGeom prst="rect">
            <a:avLst/>
          </a:prstGeom>
          <a:noFill/>
          <a:ln/>
        </p:spPr>
        <p:txBody>
          <a:bodyPr wrap="square" lIns="0" tIns="0" rIns="0" bIns="0" rtlCol="0" anchor="t"/>
          <a:lstStyle/>
          <a:p>
            <a:pPr marL="285750" lvl="0" indent="-285750" algn="just">
              <a:buFont typeface="Arial" panose="020B0604020202020204" pitchFamily="34" charset="0"/>
              <a:buChar char="•"/>
            </a:pPr>
            <a:r>
              <a:rPr lang="en-IN" sz="1400" dirty="0">
                <a:latin typeface="+mj-lt"/>
                <a:cs typeface="Times New Roman" panose="02020603050405020304" pitchFamily="18" charset="0"/>
              </a:rPr>
              <a:t>Agriculture plays an important role in food production and the economy.</a:t>
            </a:r>
          </a:p>
          <a:p>
            <a:pPr marL="285750" lvl="0" indent="-285750" algn="just">
              <a:buFont typeface="Arial" panose="020B0604020202020204" pitchFamily="34" charset="0"/>
              <a:buChar char="•"/>
            </a:pPr>
            <a:r>
              <a:rPr lang="en-IN" sz="1400" dirty="0">
                <a:latin typeface="+mj-lt"/>
                <a:cs typeface="Times New Roman" panose="02020603050405020304" pitchFamily="18" charset="0"/>
              </a:rPr>
              <a:t>Crop yield is influenced by rainfall, temperature, pesticide usage and crop selection.</a:t>
            </a:r>
          </a:p>
          <a:p>
            <a:pPr marL="285750" lvl="0" indent="-285750" algn="just">
              <a:buFont typeface="Arial" panose="020B0604020202020204" pitchFamily="34" charset="0"/>
              <a:buChar char="•"/>
            </a:pPr>
            <a:r>
              <a:rPr lang="en-IN" sz="1400" dirty="0">
                <a:latin typeface="+mj-lt"/>
                <a:cs typeface="Times New Roman" panose="02020603050405020304" pitchFamily="18" charset="0"/>
              </a:rPr>
              <a:t>Agricultural market prices also provide useful information for decision-making.</a:t>
            </a:r>
          </a:p>
        </p:txBody>
      </p:sp>
      <p:sp>
        <p:nvSpPr>
          <p:cNvPr id="9" name="Card"/>
          <p:cNvSpPr/>
          <p:nvPr/>
        </p:nvSpPr>
        <p:spPr>
          <a:xfrm>
            <a:off x="548640" y="3017520"/>
            <a:ext cx="6766560" cy="1463040"/>
          </a:xfrm>
          <a:prstGeom prst="roundRect">
            <a:avLst>
              <a:gd name="adj" fmla="val 7500"/>
            </a:avLst>
          </a:prstGeom>
          <a:solidFill>
            <a:schemeClr val="bg2"/>
          </a:solidFill>
          <a:ln/>
        </p:spPr>
        <p:txBody>
          <a:bodyPr/>
          <a:lstStyle/>
          <a:p>
            <a:endParaRPr lang="en-IN"/>
          </a:p>
        </p:txBody>
      </p:sp>
      <p:sp>
        <p:nvSpPr>
          <p:cNvPr id="10" name="Icon badge"/>
          <p:cNvSpPr/>
          <p:nvPr/>
        </p:nvSpPr>
        <p:spPr>
          <a:xfrm>
            <a:off x="822960" y="3200400"/>
            <a:ext cx="502920" cy="502920"/>
          </a:xfrm>
          <a:prstGeom prst="ellipse">
            <a:avLst/>
          </a:prstGeom>
          <a:solidFill>
            <a:schemeClr val="accent1"/>
          </a:solidFill>
          <a:ln/>
        </p:spPr>
        <p:txBody>
          <a:bodyPr/>
          <a:lstStyle/>
          <a:p>
            <a:endParaRPr lang="en-IN"/>
          </a:p>
        </p:txBody>
      </p:sp>
      <p:pic>
        <p:nvPicPr>
          <p:cNvPr id="11" name="Image 1" descr="ExclamationTriangle icon"/>
          <p:cNvPicPr>
            <a:picLocks noChangeAspect="1"/>
          </p:cNvPicPr>
          <p:nvPr/>
        </p:nvPicPr>
        <p:blipFill>
          <a:blip r:embed="rId4"/>
          <a:stretch>
            <a:fillRect/>
          </a:stretch>
        </p:blipFill>
        <p:spPr>
          <a:xfrm>
            <a:off x="933602" y="3311042"/>
            <a:ext cx="281635" cy="281635"/>
          </a:xfrm>
          <a:prstGeom prst="rect">
            <a:avLst/>
          </a:prstGeom>
        </p:spPr>
      </p:pic>
      <p:sp>
        <p:nvSpPr>
          <p:cNvPr id="12" name="Text 7"/>
          <p:cNvSpPr txBox="1"/>
          <p:nvPr/>
        </p:nvSpPr>
        <p:spPr>
          <a:xfrm>
            <a:off x="1508760" y="3200400"/>
            <a:ext cx="557784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Problem Statement</a:t>
            </a:r>
            <a:endParaRPr lang="en-US" sz="1800" dirty="0">
              <a:latin typeface="+mj-lt"/>
            </a:endParaRPr>
          </a:p>
        </p:txBody>
      </p:sp>
      <p:sp>
        <p:nvSpPr>
          <p:cNvPr id="13" name="Text 8"/>
          <p:cNvSpPr txBox="1"/>
          <p:nvPr/>
        </p:nvSpPr>
        <p:spPr>
          <a:xfrm>
            <a:off x="665017" y="3843057"/>
            <a:ext cx="6500553" cy="457200"/>
          </a:xfrm>
          <a:prstGeom prst="rect">
            <a:avLst/>
          </a:prstGeom>
          <a:noFill/>
          <a:ln/>
        </p:spPr>
        <p:txBody>
          <a:bodyPr wrap="square" lIns="0" tIns="0" rIns="0" bIns="0" rtlCol="0" anchor="t"/>
          <a:lstStyle/>
          <a:p>
            <a:pPr marL="285750" lvl="0" indent="-285750" algn="just">
              <a:buFont typeface="Arial" panose="020B0604020202020204" pitchFamily="34" charset="0"/>
              <a:buChar char="•"/>
            </a:pPr>
            <a:r>
              <a:rPr lang="en-IN" sz="1400" dirty="0">
                <a:latin typeface="+mj-lt"/>
                <a:cs typeface="Times New Roman" panose="02020603050405020304" pitchFamily="18" charset="0"/>
              </a:rPr>
              <a:t>Crop, environmental and market information is available in separate datasets.</a:t>
            </a:r>
          </a:p>
          <a:p>
            <a:pPr marL="285750" lvl="0" indent="-285750" algn="just">
              <a:buFont typeface="Arial" panose="020B0604020202020204" pitchFamily="34" charset="0"/>
              <a:buChar char="•"/>
            </a:pPr>
            <a:r>
              <a:rPr lang="en-IN" sz="1400" dirty="0">
                <a:latin typeface="+mj-lt"/>
                <a:cs typeface="Times New Roman" panose="02020603050405020304" pitchFamily="18" charset="0"/>
              </a:rPr>
              <a:t>An integrated platform is needed to </a:t>
            </a:r>
            <a:r>
              <a:rPr lang="en-IN" sz="1400" dirty="0" err="1">
                <a:latin typeface="+mj-lt"/>
                <a:cs typeface="Times New Roman" panose="02020603050405020304" pitchFamily="18" charset="0"/>
              </a:rPr>
              <a:t>analyze</a:t>
            </a:r>
            <a:r>
              <a:rPr lang="en-IN" sz="1400" dirty="0">
                <a:latin typeface="+mj-lt"/>
                <a:cs typeface="Times New Roman" panose="02020603050405020304" pitchFamily="18" charset="0"/>
              </a:rPr>
              <a:t> agricultural factors and predict crop yield.</a:t>
            </a:r>
          </a:p>
          <a:p>
            <a:pPr marL="285750" indent="-285750" algn="just">
              <a:buFont typeface="Arial" panose="020B0604020202020204" pitchFamily="34" charset="0"/>
              <a:buChar char="•"/>
            </a:pPr>
            <a:endParaRPr lang="en-US" sz="1400" dirty="0">
              <a:latin typeface="+mj-lt"/>
              <a:cs typeface="Times New Roman" panose="02020603050405020304" pitchFamily="18" charset="0"/>
            </a:endParaRPr>
          </a:p>
        </p:txBody>
      </p:sp>
      <p:sp>
        <p:nvSpPr>
          <p:cNvPr id="14" name="Card"/>
          <p:cNvSpPr/>
          <p:nvPr/>
        </p:nvSpPr>
        <p:spPr>
          <a:xfrm>
            <a:off x="548640" y="4663440"/>
            <a:ext cx="6766560" cy="1463040"/>
          </a:xfrm>
          <a:prstGeom prst="roundRect">
            <a:avLst>
              <a:gd name="adj" fmla="val 7500"/>
            </a:avLst>
          </a:prstGeom>
          <a:solidFill>
            <a:schemeClr val="bg2"/>
          </a:solidFill>
          <a:ln/>
        </p:spPr>
        <p:txBody>
          <a:bodyPr/>
          <a:lstStyle/>
          <a:p>
            <a:endParaRPr lang="en-IN"/>
          </a:p>
        </p:txBody>
      </p:sp>
      <p:sp>
        <p:nvSpPr>
          <p:cNvPr id="15" name="Icon badge"/>
          <p:cNvSpPr/>
          <p:nvPr/>
        </p:nvSpPr>
        <p:spPr>
          <a:xfrm>
            <a:off x="822960" y="4846320"/>
            <a:ext cx="502920" cy="502920"/>
          </a:xfrm>
          <a:prstGeom prst="ellipse">
            <a:avLst/>
          </a:prstGeom>
          <a:solidFill>
            <a:schemeClr val="accent1"/>
          </a:solidFill>
          <a:ln/>
        </p:spPr>
        <p:txBody>
          <a:bodyPr/>
          <a:lstStyle/>
          <a:p>
            <a:endParaRPr lang="en-IN"/>
          </a:p>
        </p:txBody>
      </p:sp>
      <p:pic>
        <p:nvPicPr>
          <p:cNvPr id="16" name="Image 2" descr="Rocket icon"/>
          <p:cNvPicPr>
            <a:picLocks noChangeAspect="1"/>
          </p:cNvPicPr>
          <p:nvPr/>
        </p:nvPicPr>
        <p:blipFill>
          <a:blip r:embed="rId5"/>
          <a:stretch>
            <a:fillRect/>
          </a:stretch>
        </p:blipFill>
        <p:spPr>
          <a:xfrm>
            <a:off x="933602" y="4956962"/>
            <a:ext cx="281635" cy="281635"/>
          </a:xfrm>
          <a:prstGeom prst="rect">
            <a:avLst/>
          </a:prstGeom>
        </p:spPr>
      </p:pic>
      <p:sp>
        <p:nvSpPr>
          <p:cNvPr id="17" name="Text 11"/>
          <p:cNvSpPr txBox="1"/>
          <p:nvPr/>
        </p:nvSpPr>
        <p:spPr>
          <a:xfrm>
            <a:off x="1508760" y="4846320"/>
            <a:ext cx="557784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Motivation / Need</a:t>
            </a:r>
            <a:endParaRPr lang="en-US" sz="1800" dirty="0">
              <a:latin typeface="+mj-lt"/>
            </a:endParaRPr>
          </a:p>
        </p:txBody>
      </p:sp>
      <p:sp>
        <p:nvSpPr>
          <p:cNvPr id="18" name="Text 12"/>
          <p:cNvSpPr txBox="1"/>
          <p:nvPr/>
        </p:nvSpPr>
        <p:spPr>
          <a:xfrm>
            <a:off x="627609" y="5421477"/>
            <a:ext cx="6575368" cy="457200"/>
          </a:xfrm>
          <a:prstGeom prst="rect">
            <a:avLst/>
          </a:prstGeom>
          <a:noFill/>
          <a:ln/>
        </p:spPr>
        <p:txBody>
          <a:bodyPr wrap="square" lIns="0" tIns="0" rIns="0" bIns="0" rtlCol="0" anchor="t"/>
          <a:lstStyle/>
          <a:p>
            <a:pPr marL="285750" lvl="0" indent="-285750" algn="just">
              <a:buFont typeface="Arial" panose="020B0604020202020204" pitchFamily="34" charset="0"/>
              <a:buChar char="•"/>
            </a:pPr>
            <a:r>
              <a:rPr lang="en-IN" sz="1400" dirty="0">
                <a:latin typeface="+mj-lt"/>
                <a:cs typeface="Times New Roman" panose="02020603050405020304" pitchFamily="18" charset="0"/>
              </a:rPr>
              <a:t>Simplify agricultural data analysis.</a:t>
            </a:r>
          </a:p>
          <a:p>
            <a:pPr marL="285750" lvl="0" indent="-285750" algn="just">
              <a:buFont typeface="Arial" panose="020B0604020202020204" pitchFamily="34" charset="0"/>
              <a:buChar char="•"/>
            </a:pPr>
            <a:r>
              <a:rPr lang="en-IN" sz="1400" dirty="0">
                <a:latin typeface="+mj-lt"/>
                <a:cs typeface="Times New Roman" panose="02020603050405020304" pitchFamily="18" charset="0"/>
              </a:rPr>
              <a:t>Understand the relationship between agricultural factors and crop yield.</a:t>
            </a:r>
          </a:p>
          <a:p>
            <a:pPr marL="285750" lvl="0" indent="-285750" algn="just">
              <a:buFont typeface="Arial" panose="020B0604020202020204" pitchFamily="34" charset="0"/>
              <a:buChar char="•"/>
            </a:pPr>
            <a:r>
              <a:rPr lang="en-IN" sz="1400" dirty="0">
                <a:latin typeface="+mj-lt"/>
                <a:cs typeface="Times New Roman" panose="02020603050405020304" pitchFamily="18" charset="0"/>
              </a:rPr>
              <a:t>Provide an interactive platform for crop analytics, market analysis and yield prediction.</a:t>
            </a:r>
          </a:p>
        </p:txBody>
      </p:sp>
      <p:sp>
        <p:nvSpPr>
          <p:cNvPr id="19" name="Placeholder – replace with picture"/>
          <p:cNvSpPr/>
          <p:nvPr/>
        </p:nvSpPr>
        <p:spPr>
          <a:xfrm>
            <a:off x="7589520" y="1371600"/>
            <a:ext cx="4050792" cy="457200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domain image, real-world scenario or problem illustration]</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3" name="Picture 2" descr="Smart Farming: Agrivoltaics, Agricultural Solar Panels &amp; AI - SolarVision AI">
            <a:extLst>
              <a:ext uri="{FF2B5EF4-FFF2-40B4-BE49-F238E27FC236}">
                <a16:creationId xmlns:a16="http://schemas.microsoft.com/office/drawing/2014/main" id="{B188D5FB-BFCC-3407-E454-3ADAFD27BA75}"/>
              </a:ext>
            </a:extLst>
          </p:cNvPr>
          <p:cNvPicPr>
            <a:picLocks noChangeAspect="1"/>
          </p:cNvPicPr>
          <p:nvPr/>
        </p:nvPicPr>
        <p:blipFill>
          <a:blip r:embed="rId6"/>
          <a:stretch>
            <a:fillRect/>
          </a:stretch>
        </p:blipFill>
        <p:spPr>
          <a:xfrm>
            <a:off x="7589520" y="1371601"/>
            <a:ext cx="4050792" cy="45070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Objectives &amp; Scope</a:t>
            </a:r>
            <a:endParaRPr lang="en-US" sz="3200" dirty="0"/>
          </a:p>
        </p:txBody>
      </p:sp>
      <p:sp>
        <p:nvSpPr>
          <p:cNvPr id="4" name="Text 1"/>
          <p:cNvSpPr txBox="1"/>
          <p:nvPr/>
        </p:nvSpPr>
        <p:spPr>
          <a:xfrm>
            <a:off x="548640" y="1371600"/>
            <a:ext cx="5852160" cy="365760"/>
          </a:xfrm>
          <a:prstGeom prst="rect">
            <a:avLst/>
          </a:prstGeom>
          <a:noFill/>
          <a:ln/>
        </p:spPr>
        <p:txBody>
          <a:bodyPr wrap="square" lIns="0" tIns="0" rIns="0" bIns="0" rtlCol="0" anchor="t"/>
          <a:lstStyle/>
          <a:p>
            <a:pPr marL="0" indent="0">
              <a:buNone/>
            </a:pPr>
            <a:r>
              <a:rPr lang="en-US" sz="2000" b="1" dirty="0">
                <a:solidFill>
                  <a:schemeClr val="tx2"/>
                </a:solidFill>
                <a:latin typeface="+mj-lt"/>
              </a:rPr>
              <a:t>Objectives</a:t>
            </a:r>
            <a:endParaRPr lang="en-US" sz="2000" dirty="0">
              <a:latin typeface="+mj-lt"/>
            </a:endParaRPr>
          </a:p>
        </p:txBody>
      </p:sp>
      <p:sp>
        <p:nvSpPr>
          <p:cNvPr id="5" name="Number badge"/>
          <p:cNvSpPr/>
          <p:nvPr/>
        </p:nvSpPr>
        <p:spPr>
          <a:xfrm>
            <a:off x="548640" y="1965960"/>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371600" y="1965960"/>
            <a:ext cx="5029200" cy="594360"/>
          </a:xfrm>
          <a:prstGeom prst="rect">
            <a:avLst/>
          </a:prstGeom>
          <a:noFill/>
          <a:ln/>
        </p:spPr>
        <p:txBody>
          <a:bodyPr wrap="square" lIns="0" tIns="0" rIns="0" bIns="0" rtlCol="0" anchor="ctr"/>
          <a:lstStyle/>
          <a:p>
            <a:r>
              <a:rPr lang="en-US" sz="1600" dirty="0">
                <a:solidFill>
                  <a:schemeClr val="tx1"/>
                </a:solidFill>
                <a:latin typeface="+mj-lt"/>
                <a:cs typeface="Times New Roman" panose="02020603050405020304" pitchFamily="18" charset="0"/>
              </a:rPr>
              <a:t>I</a:t>
            </a:r>
            <a:r>
              <a:rPr lang="en-IN" sz="1600" dirty="0" err="1">
                <a:latin typeface="+mj-lt"/>
                <a:cs typeface="Times New Roman" panose="02020603050405020304" pitchFamily="18" charset="0"/>
              </a:rPr>
              <a:t>ntegrate</a:t>
            </a:r>
            <a:r>
              <a:rPr lang="en-IN" sz="1600" dirty="0">
                <a:latin typeface="+mj-lt"/>
                <a:cs typeface="Times New Roman" panose="02020603050405020304" pitchFamily="18" charset="0"/>
              </a:rPr>
              <a:t> crop yield and agricultural market datasets.</a:t>
            </a:r>
            <a:endParaRPr lang="en-US" sz="1600" dirty="0">
              <a:latin typeface="+mj-lt"/>
              <a:cs typeface="Times New Roman" panose="02020603050405020304" pitchFamily="18" charset="0"/>
            </a:endParaRPr>
          </a:p>
        </p:txBody>
      </p:sp>
      <p:sp>
        <p:nvSpPr>
          <p:cNvPr id="7" name="Number badge"/>
          <p:cNvSpPr/>
          <p:nvPr/>
        </p:nvSpPr>
        <p:spPr>
          <a:xfrm>
            <a:off x="548640" y="2897817"/>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8" name="Text 5"/>
          <p:cNvSpPr txBox="1"/>
          <p:nvPr/>
        </p:nvSpPr>
        <p:spPr>
          <a:xfrm>
            <a:off x="1371600" y="3017520"/>
            <a:ext cx="5029200" cy="594360"/>
          </a:xfrm>
          <a:prstGeom prst="rect">
            <a:avLst/>
          </a:prstGeom>
          <a:noFill/>
          <a:ln/>
        </p:spPr>
        <p:txBody>
          <a:bodyPr wrap="square" lIns="0" tIns="0" rIns="0" bIns="0" rtlCol="0" anchor="ctr"/>
          <a:lstStyle/>
          <a:p>
            <a:r>
              <a:rPr lang="en-IN" sz="1600" dirty="0">
                <a:latin typeface="+mj-lt"/>
                <a:cs typeface="Times New Roman" panose="02020603050405020304" pitchFamily="18" charset="0"/>
              </a:rPr>
              <a:t>Clean and preprocess agricultural data for analysis.</a:t>
            </a:r>
            <a:endParaRPr lang="en-US" sz="1600" dirty="0">
              <a:latin typeface="+mj-lt"/>
              <a:cs typeface="Times New Roman" panose="02020603050405020304" pitchFamily="18" charset="0"/>
            </a:endParaRPr>
          </a:p>
        </p:txBody>
      </p:sp>
      <p:sp>
        <p:nvSpPr>
          <p:cNvPr id="9" name="Number badge"/>
          <p:cNvSpPr/>
          <p:nvPr/>
        </p:nvSpPr>
        <p:spPr>
          <a:xfrm>
            <a:off x="548640" y="3882542"/>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0" name="Text 7"/>
          <p:cNvSpPr txBox="1"/>
          <p:nvPr/>
        </p:nvSpPr>
        <p:spPr>
          <a:xfrm>
            <a:off x="1371599" y="3919949"/>
            <a:ext cx="7622772" cy="594360"/>
          </a:xfrm>
          <a:prstGeom prst="rect">
            <a:avLst/>
          </a:prstGeom>
          <a:noFill/>
          <a:ln/>
        </p:spPr>
        <p:txBody>
          <a:bodyPr wrap="square" lIns="0" tIns="0" rIns="0" bIns="0" rtlCol="0" anchor="ctr"/>
          <a:lstStyle/>
          <a:p>
            <a:r>
              <a:rPr lang="en-IN" sz="1600" dirty="0" err="1">
                <a:latin typeface="+mj-lt"/>
                <a:cs typeface="Times New Roman" panose="02020603050405020304" pitchFamily="18" charset="0"/>
              </a:rPr>
              <a:t>Analyze</a:t>
            </a:r>
            <a:r>
              <a:rPr lang="en-IN" sz="1600" dirty="0">
                <a:latin typeface="+mj-lt"/>
                <a:cs typeface="Times New Roman" panose="02020603050405020304" pitchFamily="18" charset="0"/>
              </a:rPr>
              <a:t> the relationship between rainfall, temperature, pesticide usage and crop yield.</a:t>
            </a:r>
            <a:endParaRPr lang="en-US" sz="1600" dirty="0">
              <a:latin typeface="+mj-lt"/>
              <a:cs typeface="Times New Roman" panose="02020603050405020304" pitchFamily="18" charset="0"/>
            </a:endParaRPr>
          </a:p>
        </p:txBody>
      </p:sp>
      <p:sp>
        <p:nvSpPr>
          <p:cNvPr id="11" name="Number badge"/>
          <p:cNvSpPr/>
          <p:nvPr/>
        </p:nvSpPr>
        <p:spPr>
          <a:xfrm>
            <a:off x="548640" y="4771437"/>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2" name="Text 9"/>
          <p:cNvSpPr txBox="1"/>
          <p:nvPr/>
        </p:nvSpPr>
        <p:spPr>
          <a:xfrm>
            <a:off x="1371600" y="4723706"/>
            <a:ext cx="6542116" cy="594360"/>
          </a:xfrm>
          <a:prstGeom prst="rect">
            <a:avLst/>
          </a:prstGeom>
          <a:noFill/>
          <a:ln/>
        </p:spPr>
        <p:txBody>
          <a:bodyPr wrap="square" lIns="0" tIns="0" rIns="0" bIns="0" rtlCol="0" anchor="ctr"/>
          <a:lstStyle/>
          <a:p>
            <a:r>
              <a:rPr lang="en-IN" sz="1600" dirty="0">
                <a:latin typeface="+mj-lt"/>
              </a:rPr>
              <a:t>Develop a Random Forest Regression model for crop yield prediction.</a:t>
            </a:r>
            <a:endParaRPr lang="en-US" sz="1600" dirty="0">
              <a:latin typeface="+mj-lt"/>
            </a:endParaRPr>
          </a:p>
        </p:txBody>
      </p:sp>
      <p:pic>
        <p:nvPicPr>
          <p:cNvPr id="15" name="Image 0" descr="CheckCircle icon"/>
          <p:cNvPicPr>
            <a:picLocks noChangeAspect="1"/>
          </p:cNvPicPr>
          <p:nvPr/>
        </p:nvPicPr>
        <p:blipFill>
          <a:blip r:embed="rId3"/>
          <a:stretch>
            <a:fillRect/>
          </a:stretch>
        </p:blipFill>
        <p:spPr>
          <a:xfrm>
            <a:off x="7151522" y="1665122"/>
            <a:ext cx="281635" cy="281635"/>
          </a:xfrm>
          <a:prstGeom prst="rect">
            <a:avLst/>
          </a:prstGeom>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
        <p:nvSpPr>
          <p:cNvPr id="13" name="Number badge">
            <a:extLst>
              <a:ext uri="{FF2B5EF4-FFF2-40B4-BE49-F238E27FC236}">
                <a16:creationId xmlns:a16="http://schemas.microsoft.com/office/drawing/2014/main" id="{CB1B7C42-B8B1-08B5-128D-526AA9BA4E44}"/>
              </a:ext>
            </a:extLst>
          </p:cNvPr>
          <p:cNvSpPr/>
          <p:nvPr/>
        </p:nvSpPr>
        <p:spPr>
          <a:xfrm>
            <a:off x="548640" y="5621179"/>
            <a:ext cx="594360" cy="594360"/>
          </a:xfrm>
          <a:prstGeom prst="ellipse">
            <a:avLst/>
          </a:prstGeom>
          <a:solidFill>
            <a:schemeClr val="accent1"/>
          </a:solidFill>
          <a:ln/>
        </p:spPr>
        <p:txBody>
          <a:bodyPr wrap="square" lIns="0" tIns="0" rIns="0" bIns="0" rtlCol="0" anchor="ctr"/>
          <a:lstStyle/>
          <a:p>
            <a:pPr marL="0" indent="0" algn="ctr">
              <a:buNone/>
            </a:pPr>
            <a:r>
              <a:rPr lang="en-US" b="1" dirty="0">
                <a:solidFill>
                  <a:schemeClr val="bg1"/>
                </a:solidFill>
              </a:rPr>
              <a:t>5</a:t>
            </a:r>
            <a:endParaRPr lang="en-US" sz="1800" dirty="0"/>
          </a:p>
        </p:txBody>
      </p:sp>
      <p:sp>
        <p:nvSpPr>
          <p:cNvPr id="16" name="TextBox 15">
            <a:extLst>
              <a:ext uri="{FF2B5EF4-FFF2-40B4-BE49-F238E27FC236}">
                <a16:creationId xmlns:a16="http://schemas.microsoft.com/office/drawing/2014/main" id="{FF6471A0-2AFE-62DF-81DA-0968751988E9}"/>
              </a:ext>
            </a:extLst>
          </p:cNvPr>
          <p:cNvSpPr txBox="1"/>
          <p:nvPr/>
        </p:nvSpPr>
        <p:spPr>
          <a:xfrm>
            <a:off x="1335773" y="5633591"/>
            <a:ext cx="6097384" cy="338554"/>
          </a:xfrm>
          <a:prstGeom prst="rect">
            <a:avLst/>
          </a:prstGeom>
          <a:noFill/>
        </p:spPr>
        <p:txBody>
          <a:bodyPr wrap="square">
            <a:spAutoFit/>
          </a:bodyPr>
          <a:lstStyle/>
          <a:p>
            <a:pPr algn="just"/>
            <a:r>
              <a:rPr lang="en-IN" sz="1600" dirty="0">
                <a:latin typeface="+mj-lt"/>
                <a:cs typeface="Times New Roman" panose="02020603050405020304" pitchFamily="18" charset="0"/>
              </a:rPr>
              <a:t>Build an interactive </a:t>
            </a:r>
            <a:r>
              <a:rPr lang="en-IN" sz="1600" dirty="0" err="1">
                <a:latin typeface="+mj-lt"/>
                <a:cs typeface="Times New Roman" panose="02020603050405020304" pitchFamily="18" charset="0"/>
              </a:rPr>
              <a:t>Streamlit</a:t>
            </a:r>
            <a:r>
              <a:rPr lang="en-IN" sz="1600" dirty="0">
                <a:latin typeface="+mj-lt"/>
                <a:cs typeface="Times New Roman" panose="02020603050405020304" pitchFamily="18" charset="0"/>
              </a:rPr>
              <a:t> dashboard.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65513" y="156279"/>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Literature Survey</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3354212094"/>
              </p:ext>
            </p:extLst>
          </p:nvPr>
        </p:nvGraphicFramePr>
        <p:xfrm>
          <a:off x="465512" y="885720"/>
          <a:ext cx="11380123" cy="3870960"/>
        </p:xfrm>
        <a:graphic>
          <a:graphicData uri="http://schemas.openxmlformats.org/drawingml/2006/table">
            <a:tbl>
              <a:tblPr/>
              <a:tblGrid>
                <a:gridCol w="844362">
                  <a:extLst>
                    <a:ext uri="{9D8B030D-6E8A-4147-A177-3AD203B41FA5}">
                      <a16:colId xmlns:a16="http://schemas.microsoft.com/office/drawing/2014/main" val="20000"/>
                    </a:ext>
                  </a:extLst>
                </a:gridCol>
                <a:gridCol w="2626904">
                  <a:extLst>
                    <a:ext uri="{9D8B030D-6E8A-4147-A177-3AD203B41FA5}">
                      <a16:colId xmlns:a16="http://schemas.microsoft.com/office/drawing/2014/main" val="20001"/>
                    </a:ext>
                  </a:extLst>
                </a:gridCol>
                <a:gridCol w="2720722">
                  <a:extLst>
                    <a:ext uri="{9D8B030D-6E8A-4147-A177-3AD203B41FA5}">
                      <a16:colId xmlns:a16="http://schemas.microsoft.com/office/drawing/2014/main" val="20002"/>
                    </a:ext>
                  </a:extLst>
                </a:gridCol>
                <a:gridCol w="2908358">
                  <a:extLst>
                    <a:ext uri="{9D8B030D-6E8A-4147-A177-3AD203B41FA5}">
                      <a16:colId xmlns:a16="http://schemas.microsoft.com/office/drawing/2014/main" val="20003"/>
                    </a:ext>
                  </a:extLst>
                </a:gridCol>
                <a:gridCol w="2279777">
                  <a:extLst>
                    <a:ext uri="{9D8B030D-6E8A-4147-A177-3AD203B41FA5}">
                      <a16:colId xmlns:a16="http://schemas.microsoft.com/office/drawing/2014/main" val="20004"/>
                    </a:ext>
                  </a:extLst>
                </a:gridCol>
              </a:tblGrid>
              <a:tr h="457200">
                <a:tc>
                  <a:txBody>
                    <a:bodyPr/>
                    <a:lstStyle/>
                    <a:p>
                      <a:pPr marL="0" indent="0" algn="l">
                        <a:buNone/>
                      </a:pPr>
                      <a:r>
                        <a:rPr lang="en-US" sz="1400" b="1" dirty="0">
                          <a:solidFill>
                            <a:srgbClr val="FFFFFF"/>
                          </a:solidFill>
                          <a:latin typeface="+mj-lt"/>
                          <a:cs typeface="Times New Roman" panose="02020603050405020304" pitchFamily="18" charset="0"/>
                        </a:rPr>
                        <a:t>S.No</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400" b="1" dirty="0">
                          <a:solidFill>
                            <a:srgbClr val="FFFFFF"/>
                          </a:solidFill>
                          <a:latin typeface="+mj-lt"/>
                          <a:cs typeface="Times New Roman" panose="02020603050405020304" pitchFamily="18" charset="0"/>
                        </a:rPr>
                        <a:t>Author(s) &amp; Year</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400" b="1" dirty="0">
                          <a:solidFill>
                            <a:srgbClr val="FFFFFF"/>
                          </a:solidFill>
                          <a:latin typeface="+mj-lt"/>
                          <a:cs typeface="Times New Roman" panose="02020603050405020304" pitchFamily="18" charset="0"/>
                        </a:rPr>
                        <a:t>Method / Technique</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400" b="1" dirty="0">
                          <a:solidFill>
                            <a:srgbClr val="FFFFFF"/>
                          </a:solidFill>
                          <a:latin typeface="+mj-lt"/>
                          <a:cs typeface="Times New Roman" panose="02020603050405020304" pitchFamily="18" charset="0"/>
                        </a:rPr>
                        <a:t>Key Findings</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400" b="1" dirty="0">
                          <a:solidFill>
                            <a:srgbClr val="FFFFFF"/>
                          </a:solidFill>
                          <a:latin typeface="+mj-lt"/>
                          <a:cs typeface="Times New Roman" panose="02020603050405020304" pitchFamily="18" charset="0"/>
                        </a:rPr>
                        <a:t>Limitation / Gap</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48640">
                <a:tc>
                  <a:txBody>
                    <a:bodyPr/>
                    <a:lstStyle/>
                    <a:p>
                      <a:pPr marL="0" indent="0" algn="l">
                        <a:buNone/>
                      </a:pPr>
                      <a:r>
                        <a:rPr lang="en-US" sz="1400" dirty="0">
                          <a:solidFill>
                            <a:srgbClr val="1B1F2A"/>
                          </a:solidFill>
                          <a:latin typeface="+mj-lt"/>
                          <a:cs typeface="Times New Roman" panose="02020603050405020304" pitchFamily="18" charset="0"/>
                        </a:rPr>
                        <a:t>1</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van </a:t>
                      </a:r>
                      <a:r>
                        <a:rPr lang="en-IN" sz="1400" dirty="0" err="1">
                          <a:latin typeface="+mj-lt"/>
                          <a:cs typeface="Times New Roman" panose="02020603050405020304" pitchFamily="18" charset="0"/>
                        </a:rPr>
                        <a:t>Klompenburg</a:t>
                      </a:r>
                      <a:r>
                        <a:rPr lang="en-IN" sz="1400" dirty="0">
                          <a:latin typeface="+mj-lt"/>
                          <a:cs typeface="Times New Roman" panose="02020603050405020304" pitchFamily="18" charset="0"/>
                        </a:rPr>
                        <a:t> et al. (2020)</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Systematic review of ML and deep learning methods</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Rainfall, temperature and soil type are commonly used for crop-yield prediction.</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Reviews existing studies but does not provide one integrated agricultural analytics platform.</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400" dirty="0">
                          <a:solidFill>
                            <a:srgbClr val="1B1F2A"/>
                          </a:solidFill>
                          <a:latin typeface="+mj-lt"/>
                          <a:cs typeface="Times New Roman" panose="02020603050405020304" pitchFamily="18" charset="0"/>
                        </a:rPr>
                        <a:t>2</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1F2A"/>
                          </a:solidFill>
                          <a:latin typeface="+mj-lt"/>
                          <a:cs typeface="Times New Roman" panose="02020603050405020304" pitchFamily="18" charset="0"/>
                        </a:rPr>
                        <a:t>E</a:t>
                      </a:r>
                      <a:r>
                        <a:rPr lang="en-IN" sz="1400" dirty="0" err="1">
                          <a:latin typeface="+mj-lt"/>
                          <a:cs typeface="Times New Roman" panose="02020603050405020304" pitchFamily="18" charset="0"/>
                        </a:rPr>
                        <a:t>lavarasan</a:t>
                      </a:r>
                      <a:r>
                        <a:rPr lang="en-IN" sz="1400" dirty="0">
                          <a:latin typeface="+mj-lt"/>
                          <a:cs typeface="Times New Roman" panose="02020603050405020304" pitchFamily="18" charset="0"/>
                        </a:rPr>
                        <a:t> et al. (2018)</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Decision Tree, Random Forest, SVM, ANN and other ML methods</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ML techniques can analyse climate and agricultural factors for yield prediction.</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Focuses on reviewing prediction techniques rather than integrating yield and market analysis.</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400" dirty="0">
                          <a:solidFill>
                            <a:srgbClr val="1B1F2A"/>
                          </a:solidFill>
                          <a:latin typeface="+mj-lt"/>
                          <a:cs typeface="Times New Roman" panose="02020603050405020304" pitchFamily="18" charset="0"/>
                        </a:rPr>
                        <a:t>3</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err="1">
                          <a:latin typeface="+mj-lt"/>
                          <a:cs typeface="Times New Roman" panose="02020603050405020304" pitchFamily="18" charset="0"/>
                        </a:rPr>
                        <a:t>Thimmegowda</a:t>
                      </a:r>
                      <a:r>
                        <a:rPr lang="en-IN" sz="1400" dirty="0">
                          <a:latin typeface="+mj-lt"/>
                          <a:cs typeface="Times New Roman" panose="02020603050405020304" pitchFamily="18" charset="0"/>
                        </a:rPr>
                        <a:t> et al. (2023)</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Simple Multiple Linear Regression and Artificial Neural Network</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ANN showed better rice-yield prediction performance than SMLR in the Karnataka study.</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Focuses on rice in selected Karnataka districts; results may not generalise to all crops and regions. </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400" dirty="0">
                          <a:solidFill>
                            <a:srgbClr val="1B1F2A"/>
                          </a:solidFill>
                          <a:latin typeface="+mj-lt"/>
                          <a:cs typeface="Times New Roman" panose="02020603050405020304" pitchFamily="18" charset="0"/>
                        </a:rPr>
                        <a:t>4</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Mahajan et al. (2026)</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Random Forest, Extra Trees, Gradient Boosting and </a:t>
                      </a:r>
                      <a:r>
                        <a:rPr lang="en-IN" sz="1400" dirty="0" err="1">
                          <a:latin typeface="+mj-lt"/>
                          <a:cs typeface="Times New Roman" panose="02020603050405020304" pitchFamily="18" charset="0"/>
                        </a:rPr>
                        <a:t>XGBoost</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ML models performed better than the seasonal-naive benchmark for agricultural commodity prices.</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Uses historical prices; external factors such as weather and production were not included.</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Card"/>
          <p:cNvSpPr/>
          <p:nvPr/>
        </p:nvSpPr>
        <p:spPr>
          <a:xfrm>
            <a:off x="315468" y="4808911"/>
            <a:ext cx="11091672" cy="1691640"/>
          </a:xfrm>
          <a:prstGeom prst="roundRect">
            <a:avLst>
              <a:gd name="adj" fmla="val 6486"/>
            </a:avLst>
          </a:prstGeom>
          <a:solidFill>
            <a:schemeClr val="bg2"/>
          </a:solidFill>
          <a:ln/>
        </p:spPr>
        <p:txBody>
          <a:bodyPr/>
          <a:lstStyle/>
          <a:p>
            <a:endParaRPr lang="en-IN"/>
          </a:p>
        </p:txBody>
      </p:sp>
      <p:sp>
        <p:nvSpPr>
          <p:cNvPr id="6" name="Icon badge"/>
          <p:cNvSpPr/>
          <p:nvPr/>
        </p:nvSpPr>
        <p:spPr>
          <a:xfrm>
            <a:off x="726719" y="4899188"/>
            <a:ext cx="502920" cy="502920"/>
          </a:xfrm>
          <a:prstGeom prst="ellipse">
            <a:avLst/>
          </a:prstGeom>
          <a:solidFill>
            <a:schemeClr val="accent1"/>
          </a:solidFill>
          <a:ln/>
        </p:spPr>
        <p:txBody>
          <a:bodyPr/>
          <a:lstStyle/>
          <a:p>
            <a:endParaRPr lang="en-IN" dirty="0"/>
          </a:p>
        </p:txBody>
      </p:sp>
      <p:pic>
        <p:nvPicPr>
          <p:cNvPr id="3" name="Image 0" descr="Search icon"/>
          <p:cNvPicPr>
            <a:picLocks noChangeAspect="1"/>
          </p:cNvPicPr>
          <p:nvPr/>
        </p:nvPicPr>
        <p:blipFill>
          <a:blip r:embed="rId3"/>
          <a:stretch>
            <a:fillRect/>
          </a:stretch>
        </p:blipFill>
        <p:spPr>
          <a:xfrm>
            <a:off x="864108" y="5009830"/>
            <a:ext cx="281635" cy="281635"/>
          </a:xfrm>
          <a:prstGeom prst="rect">
            <a:avLst/>
          </a:prstGeom>
        </p:spPr>
      </p:pic>
      <p:sp>
        <p:nvSpPr>
          <p:cNvPr id="8" name="Text 3"/>
          <p:cNvSpPr txBox="1"/>
          <p:nvPr/>
        </p:nvSpPr>
        <p:spPr>
          <a:xfrm>
            <a:off x="1451686" y="4921963"/>
            <a:ext cx="9902952"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Research Gap</a:t>
            </a:r>
            <a:endParaRPr lang="en-US" sz="1800" dirty="0">
              <a:latin typeface="+mj-lt"/>
            </a:endParaRPr>
          </a:p>
        </p:txBody>
      </p:sp>
      <p:sp>
        <p:nvSpPr>
          <p:cNvPr id="9" name="Text 4"/>
          <p:cNvSpPr txBox="1"/>
          <p:nvPr/>
        </p:nvSpPr>
        <p:spPr>
          <a:xfrm>
            <a:off x="864108" y="5454339"/>
            <a:ext cx="10543032" cy="685800"/>
          </a:xfrm>
          <a:prstGeom prst="rect">
            <a:avLst/>
          </a:prstGeom>
          <a:noFill/>
          <a:ln/>
        </p:spPr>
        <p:txBody>
          <a:bodyPr wrap="square" lIns="0" tIns="0" rIns="0" bIns="0" rtlCol="0" anchor="t"/>
          <a:lstStyle/>
          <a:p>
            <a:pPr algn="just"/>
            <a:r>
              <a:rPr lang="en-IN" sz="1400" dirty="0">
                <a:latin typeface="+mj-lt"/>
                <a:cs typeface="Times New Roman" panose="02020603050405020304" pitchFamily="18" charset="0"/>
              </a:rPr>
              <a:t>Existing studies mainly focus on individual areas such as crop-yield prediction, weather-based forecasting or agricultural market-price analysis. There is a need for an integrated platform that combines crop, weather, agricultural-factor and market data in one place. </a:t>
            </a:r>
            <a:r>
              <a:rPr lang="en-IN" sz="1400" dirty="0" err="1">
                <a:latin typeface="+mj-lt"/>
                <a:cs typeface="Times New Roman" panose="02020603050405020304" pitchFamily="18" charset="0"/>
              </a:rPr>
              <a:t>AgriIntelligence</a:t>
            </a:r>
            <a:r>
              <a:rPr lang="en-IN" sz="1400" dirty="0">
                <a:latin typeface="+mj-lt"/>
                <a:cs typeface="Times New Roman" panose="02020603050405020304" pitchFamily="18" charset="0"/>
              </a:rPr>
              <a:t> addresses this gap by providing crop and market analytics, visualisations, and machine-learning-based crop-yield prediction through a single </a:t>
            </a:r>
            <a:r>
              <a:rPr lang="en-IN" sz="1400" dirty="0" err="1">
                <a:latin typeface="+mj-lt"/>
                <a:cs typeface="Times New Roman" panose="02020603050405020304" pitchFamily="18" charset="0"/>
              </a:rPr>
              <a:t>Streamlit</a:t>
            </a:r>
            <a:r>
              <a:rPr lang="en-IN" sz="1400" dirty="0">
                <a:latin typeface="+mj-lt"/>
                <a:cs typeface="Times New Roman" panose="02020603050405020304" pitchFamily="18" charset="0"/>
              </a:rPr>
              <a:t> dashboard.</a:t>
            </a:r>
            <a:endParaRPr lang="en-US" sz="1400" dirty="0">
              <a:latin typeface="+mj-lt"/>
              <a:cs typeface="Times New Roman" panose="02020603050405020304" pitchFamily="18" charset="0"/>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Proposed System &amp; Methodology</a:t>
            </a:r>
            <a:endParaRPr lang="en-US" sz="3200" dirty="0"/>
          </a:p>
        </p:txBody>
      </p:sp>
      <p:sp>
        <p:nvSpPr>
          <p:cNvPr id="4" name="Card"/>
          <p:cNvSpPr/>
          <p:nvPr/>
        </p:nvSpPr>
        <p:spPr>
          <a:xfrm>
            <a:off x="548640" y="1463039"/>
            <a:ext cx="1920240" cy="2998317"/>
          </a:xfrm>
          <a:prstGeom prst="roundRect">
            <a:avLst>
              <a:gd name="adj" fmla="val 5714"/>
            </a:avLst>
          </a:prstGeom>
          <a:solidFill>
            <a:schemeClr val="bg2"/>
          </a:solidFill>
          <a:ln/>
        </p:spPr>
        <p:txBody>
          <a:bodyPr/>
          <a:lstStyle/>
          <a:p>
            <a:endParaRPr lang="en-IN"/>
          </a:p>
        </p:txBody>
      </p:sp>
      <p:sp>
        <p:nvSpPr>
          <p:cNvPr id="5" name="Icon badge"/>
          <p:cNvSpPr/>
          <p:nvPr/>
        </p:nvSpPr>
        <p:spPr>
          <a:xfrm>
            <a:off x="777240" y="1691640"/>
            <a:ext cx="548640" cy="548640"/>
          </a:xfrm>
          <a:prstGeom prst="ellipse">
            <a:avLst/>
          </a:prstGeom>
          <a:solidFill>
            <a:schemeClr val="accent1"/>
          </a:solidFill>
          <a:ln/>
        </p:spPr>
        <p:txBody>
          <a:bodyPr/>
          <a:lstStyle/>
          <a:p>
            <a:endParaRPr lang="en-IN"/>
          </a:p>
        </p:txBody>
      </p:sp>
      <p:pic>
        <p:nvPicPr>
          <p:cNvPr id="6" name="Image 0" descr="ClipboardList icon"/>
          <p:cNvPicPr>
            <a:picLocks noChangeAspect="1"/>
          </p:cNvPicPr>
          <p:nvPr/>
        </p:nvPicPr>
        <p:blipFill>
          <a:blip r:embed="rId3"/>
          <a:stretch>
            <a:fillRect/>
          </a:stretch>
        </p:blipFill>
        <p:spPr>
          <a:xfrm>
            <a:off x="897941" y="1812341"/>
            <a:ext cx="307238" cy="307238"/>
          </a:xfrm>
          <a:prstGeom prst="rect">
            <a:avLst/>
          </a:prstGeom>
        </p:spPr>
      </p:pic>
      <p:sp>
        <p:nvSpPr>
          <p:cNvPr id="7" name="Text 3"/>
          <p:cNvSpPr txBox="1"/>
          <p:nvPr/>
        </p:nvSpPr>
        <p:spPr>
          <a:xfrm>
            <a:off x="777240"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1</a:t>
            </a:r>
            <a:endParaRPr lang="en-US" sz="1200" dirty="0"/>
          </a:p>
        </p:txBody>
      </p:sp>
      <p:sp>
        <p:nvSpPr>
          <p:cNvPr id="8" name="Text 4"/>
          <p:cNvSpPr txBox="1"/>
          <p:nvPr/>
        </p:nvSpPr>
        <p:spPr>
          <a:xfrm>
            <a:off x="777240" y="2651760"/>
            <a:ext cx="1554480" cy="365760"/>
          </a:xfrm>
          <a:prstGeom prst="rect">
            <a:avLst/>
          </a:prstGeom>
          <a:noFill/>
          <a:ln/>
        </p:spPr>
        <p:txBody>
          <a:bodyPr wrap="square" lIns="0" tIns="0" rIns="0" bIns="0" rtlCol="0" anchor="t"/>
          <a:lstStyle/>
          <a:p>
            <a:pPr marL="0" indent="0">
              <a:buNone/>
            </a:pPr>
            <a:r>
              <a:rPr lang="en-US" sz="1600" b="1" dirty="0">
                <a:solidFill>
                  <a:schemeClr val="tx2"/>
                </a:solidFill>
                <a:latin typeface="+mj-lt"/>
              </a:rPr>
              <a:t>Data Collection</a:t>
            </a:r>
            <a:endParaRPr lang="en-US" sz="1600" dirty="0">
              <a:latin typeface="+mj-lt"/>
            </a:endParaRPr>
          </a:p>
        </p:txBody>
      </p:sp>
      <p:sp>
        <p:nvSpPr>
          <p:cNvPr id="9" name="Text 5"/>
          <p:cNvSpPr txBox="1"/>
          <p:nvPr/>
        </p:nvSpPr>
        <p:spPr>
          <a:xfrm>
            <a:off x="685523" y="3063240"/>
            <a:ext cx="1600477" cy="1097280"/>
          </a:xfrm>
          <a:prstGeom prst="rect">
            <a:avLst/>
          </a:prstGeom>
          <a:noFill/>
          <a:ln/>
        </p:spPr>
        <p:txBody>
          <a:bodyPr wrap="square" lIns="0" tIns="0" rIns="0" bIns="0" rtlCol="0" anchor="t"/>
          <a:lstStyle/>
          <a:p>
            <a:pPr marL="285750" indent="-285750">
              <a:buFont typeface="Arial" panose="020B0604020202020204" pitchFamily="34" charset="0"/>
              <a:buChar char="•"/>
            </a:pPr>
            <a:r>
              <a:rPr lang="en-IN" sz="1400" dirty="0">
                <a:latin typeface="+mj-lt"/>
              </a:rPr>
              <a:t>Load crop and agricultural market datasets from CSV files.</a:t>
            </a:r>
            <a:endParaRPr lang="en-US" sz="1400" dirty="0">
              <a:latin typeface="+mj-lt"/>
            </a:endParaRPr>
          </a:p>
        </p:txBody>
      </p:sp>
      <p:sp>
        <p:nvSpPr>
          <p:cNvPr id="10" name="Flow arrow"/>
          <p:cNvSpPr/>
          <p:nvPr/>
        </p:nvSpPr>
        <p:spPr>
          <a:xfrm>
            <a:off x="2527173" y="2743200"/>
            <a:ext cx="256032" cy="274320"/>
          </a:xfrm>
          <a:prstGeom prst="rightArrow">
            <a:avLst/>
          </a:prstGeom>
          <a:solidFill>
            <a:schemeClr val="accent2"/>
          </a:solidFill>
          <a:ln/>
        </p:spPr>
        <p:txBody>
          <a:bodyPr/>
          <a:lstStyle/>
          <a:p>
            <a:endParaRPr lang="en-IN"/>
          </a:p>
        </p:txBody>
      </p:sp>
      <p:sp>
        <p:nvSpPr>
          <p:cNvPr id="11" name="Card"/>
          <p:cNvSpPr/>
          <p:nvPr/>
        </p:nvSpPr>
        <p:spPr>
          <a:xfrm>
            <a:off x="2841498" y="1463039"/>
            <a:ext cx="1920240" cy="3011119"/>
          </a:xfrm>
          <a:prstGeom prst="roundRect">
            <a:avLst>
              <a:gd name="adj" fmla="val 5714"/>
            </a:avLst>
          </a:prstGeom>
          <a:solidFill>
            <a:schemeClr val="bg2"/>
          </a:solidFill>
          <a:ln/>
        </p:spPr>
        <p:txBody>
          <a:bodyPr/>
          <a:lstStyle/>
          <a:p>
            <a:endParaRPr lang="en-IN"/>
          </a:p>
        </p:txBody>
      </p:sp>
      <p:sp>
        <p:nvSpPr>
          <p:cNvPr id="12" name="Icon badge"/>
          <p:cNvSpPr/>
          <p:nvPr/>
        </p:nvSpPr>
        <p:spPr>
          <a:xfrm>
            <a:off x="3070098" y="1691640"/>
            <a:ext cx="548640" cy="548640"/>
          </a:xfrm>
          <a:prstGeom prst="ellipse">
            <a:avLst/>
          </a:prstGeom>
          <a:solidFill>
            <a:schemeClr val="accent1"/>
          </a:solidFill>
          <a:ln/>
        </p:spPr>
        <p:txBody>
          <a:bodyPr/>
          <a:lstStyle/>
          <a:p>
            <a:endParaRPr lang="en-IN"/>
          </a:p>
        </p:txBody>
      </p:sp>
      <p:pic>
        <p:nvPicPr>
          <p:cNvPr id="13" name="Image 1" descr="Database icon"/>
          <p:cNvPicPr>
            <a:picLocks noChangeAspect="1"/>
          </p:cNvPicPr>
          <p:nvPr/>
        </p:nvPicPr>
        <p:blipFill>
          <a:blip r:embed="rId4"/>
          <a:stretch>
            <a:fillRect/>
          </a:stretch>
        </p:blipFill>
        <p:spPr>
          <a:xfrm>
            <a:off x="3190799" y="1812341"/>
            <a:ext cx="307238" cy="307238"/>
          </a:xfrm>
          <a:prstGeom prst="rect">
            <a:avLst/>
          </a:prstGeom>
        </p:spPr>
      </p:pic>
      <p:sp>
        <p:nvSpPr>
          <p:cNvPr id="14" name="Text 9"/>
          <p:cNvSpPr txBox="1"/>
          <p:nvPr/>
        </p:nvSpPr>
        <p:spPr>
          <a:xfrm>
            <a:off x="3070098"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2</a:t>
            </a:r>
            <a:endParaRPr lang="en-US" sz="1200" dirty="0"/>
          </a:p>
        </p:txBody>
      </p:sp>
      <p:sp>
        <p:nvSpPr>
          <p:cNvPr id="15" name="Text 10"/>
          <p:cNvSpPr txBox="1"/>
          <p:nvPr/>
        </p:nvSpPr>
        <p:spPr>
          <a:xfrm>
            <a:off x="2924314" y="2651760"/>
            <a:ext cx="2053659" cy="365760"/>
          </a:xfrm>
          <a:prstGeom prst="rect">
            <a:avLst/>
          </a:prstGeom>
          <a:noFill/>
          <a:ln/>
        </p:spPr>
        <p:txBody>
          <a:bodyPr wrap="square" lIns="0" tIns="0" rIns="0" bIns="0" rtlCol="0" anchor="t"/>
          <a:lstStyle/>
          <a:p>
            <a:pPr marL="0" indent="0">
              <a:buNone/>
            </a:pPr>
            <a:r>
              <a:rPr lang="en-US" sz="1600" b="1" dirty="0">
                <a:solidFill>
                  <a:schemeClr val="tx2"/>
                </a:solidFill>
                <a:latin typeface="+mj-lt"/>
              </a:rPr>
              <a:t>Data Preprocessing</a:t>
            </a:r>
            <a:endParaRPr lang="en-US" sz="1600" dirty="0">
              <a:latin typeface="+mj-lt"/>
            </a:endParaRPr>
          </a:p>
        </p:txBody>
      </p:sp>
      <p:sp>
        <p:nvSpPr>
          <p:cNvPr id="16" name="Text 11"/>
          <p:cNvSpPr txBox="1"/>
          <p:nvPr/>
        </p:nvSpPr>
        <p:spPr>
          <a:xfrm>
            <a:off x="2834848" y="2971800"/>
            <a:ext cx="1789730" cy="109728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rPr>
              <a:t>Inspect data types, missing values and duplicate records.</a:t>
            </a:r>
          </a:p>
          <a:p>
            <a:pPr marL="285750" lvl="0" indent="-285750">
              <a:buFont typeface="Arial" panose="020B0604020202020204" pitchFamily="34" charset="0"/>
              <a:buChar char="•"/>
            </a:pPr>
            <a:r>
              <a:rPr lang="en-IN" sz="1400" dirty="0">
                <a:latin typeface="+mj-lt"/>
              </a:rPr>
              <a:t>Rename columns and convert required data types.</a:t>
            </a:r>
          </a:p>
        </p:txBody>
      </p:sp>
      <p:sp>
        <p:nvSpPr>
          <p:cNvPr id="17" name="Flow arrow"/>
          <p:cNvSpPr/>
          <p:nvPr/>
        </p:nvSpPr>
        <p:spPr>
          <a:xfrm>
            <a:off x="4820031" y="2743200"/>
            <a:ext cx="256032" cy="274320"/>
          </a:xfrm>
          <a:prstGeom prst="rightArrow">
            <a:avLst/>
          </a:prstGeom>
          <a:solidFill>
            <a:schemeClr val="accent2"/>
          </a:solidFill>
          <a:ln/>
        </p:spPr>
        <p:txBody>
          <a:bodyPr/>
          <a:lstStyle/>
          <a:p>
            <a:endParaRPr lang="en-IN"/>
          </a:p>
        </p:txBody>
      </p:sp>
      <p:sp>
        <p:nvSpPr>
          <p:cNvPr id="18" name="Card"/>
          <p:cNvSpPr/>
          <p:nvPr/>
        </p:nvSpPr>
        <p:spPr>
          <a:xfrm>
            <a:off x="5134356" y="1463040"/>
            <a:ext cx="1920240" cy="2998316"/>
          </a:xfrm>
          <a:prstGeom prst="roundRect">
            <a:avLst>
              <a:gd name="adj" fmla="val 5714"/>
            </a:avLst>
          </a:prstGeom>
          <a:solidFill>
            <a:schemeClr val="bg2"/>
          </a:solidFill>
          <a:ln/>
        </p:spPr>
        <p:txBody>
          <a:bodyPr/>
          <a:lstStyle/>
          <a:p>
            <a:endParaRPr lang="en-IN"/>
          </a:p>
        </p:txBody>
      </p:sp>
      <p:sp>
        <p:nvSpPr>
          <p:cNvPr id="19" name="Icon badge"/>
          <p:cNvSpPr/>
          <p:nvPr/>
        </p:nvSpPr>
        <p:spPr>
          <a:xfrm>
            <a:off x="5362956" y="1691640"/>
            <a:ext cx="548640" cy="548640"/>
          </a:xfrm>
          <a:prstGeom prst="ellipse">
            <a:avLst/>
          </a:prstGeom>
          <a:solidFill>
            <a:schemeClr val="accent1"/>
          </a:solidFill>
          <a:ln/>
        </p:spPr>
        <p:txBody>
          <a:bodyPr/>
          <a:lstStyle/>
          <a:p>
            <a:endParaRPr lang="en-IN"/>
          </a:p>
        </p:txBody>
      </p:sp>
      <p:pic>
        <p:nvPicPr>
          <p:cNvPr id="20" name="Image 2" descr="ProjectDiagram icon"/>
          <p:cNvPicPr>
            <a:picLocks noChangeAspect="1"/>
          </p:cNvPicPr>
          <p:nvPr/>
        </p:nvPicPr>
        <p:blipFill>
          <a:blip r:embed="rId5"/>
          <a:stretch>
            <a:fillRect/>
          </a:stretch>
        </p:blipFill>
        <p:spPr>
          <a:xfrm>
            <a:off x="5483657" y="1812341"/>
            <a:ext cx="307238" cy="307238"/>
          </a:xfrm>
          <a:prstGeom prst="rect">
            <a:avLst/>
          </a:prstGeom>
        </p:spPr>
      </p:pic>
      <p:sp>
        <p:nvSpPr>
          <p:cNvPr id="21" name="Text 15"/>
          <p:cNvSpPr txBox="1"/>
          <p:nvPr/>
        </p:nvSpPr>
        <p:spPr>
          <a:xfrm>
            <a:off x="5362956"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3</a:t>
            </a:r>
            <a:endParaRPr lang="en-US" sz="1200" dirty="0"/>
          </a:p>
        </p:txBody>
      </p:sp>
      <p:sp>
        <p:nvSpPr>
          <p:cNvPr id="22" name="Text 16"/>
          <p:cNvSpPr txBox="1"/>
          <p:nvPr/>
        </p:nvSpPr>
        <p:spPr>
          <a:xfrm>
            <a:off x="5326900" y="2643447"/>
            <a:ext cx="1554480" cy="365760"/>
          </a:xfrm>
          <a:prstGeom prst="rect">
            <a:avLst/>
          </a:prstGeom>
          <a:noFill/>
          <a:ln/>
        </p:spPr>
        <p:txBody>
          <a:bodyPr wrap="square" lIns="0" tIns="0" rIns="0" bIns="0" rtlCol="0" anchor="t"/>
          <a:lstStyle/>
          <a:p>
            <a:pPr marL="0" indent="0">
              <a:buNone/>
            </a:pPr>
            <a:r>
              <a:rPr lang="en-US" sz="1600" b="1" dirty="0">
                <a:solidFill>
                  <a:schemeClr val="tx2"/>
                </a:solidFill>
                <a:latin typeface="+mj-lt"/>
              </a:rPr>
              <a:t>EDA</a:t>
            </a:r>
            <a:endParaRPr lang="en-US" sz="1600" dirty="0">
              <a:latin typeface="+mj-lt"/>
            </a:endParaRPr>
          </a:p>
        </p:txBody>
      </p:sp>
      <p:sp>
        <p:nvSpPr>
          <p:cNvPr id="23" name="Text 17"/>
          <p:cNvSpPr txBox="1"/>
          <p:nvPr/>
        </p:nvSpPr>
        <p:spPr>
          <a:xfrm>
            <a:off x="5206573" y="2880360"/>
            <a:ext cx="1848023" cy="109728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err="1">
                <a:latin typeface="+mj-lt"/>
              </a:rPr>
              <a:t>Analyze</a:t>
            </a:r>
            <a:r>
              <a:rPr lang="en-IN" sz="1400" dirty="0">
                <a:latin typeface="+mj-lt"/>
              </a:rPr>
              <a:t> crop distribution and average yield.</a:t>
            </a:r>
          </a:p>
          <a:p>
            <a:pPr marL="285750" lvl="0" indent="-285750">
              <a:buFont typeface="Arial" panose="020B0604020202020204" pitchFamily="34" charset="0"/>
              <a:buChar char="•"/>
            </a:pPr>
            <a:r>
              <a:rPr lang="en-IN" sz="1400" dirty="0">
                <a:latin typeface="+mj-lt"/>
              </a:rPr>
              <a:t>Study agricultural factors and market prices.</a:t>
            </a:r>
          </a:p>
        </p:txBody>
      </p:sp>
      <p:sp>
        <p:nvSpPr>
          <p:cNvPr id="24" name="Flow arrow"/>
          <p:cNvSpPr/>
          <p:nvPr/>
        </p:nvSpPr>
        <p:spPr>
          <a:xfrm>
            <a:off x="7112889" y="2743200"/>
            <a:ext cx="256032" cy="274320"/>
          </a:xfrm>
          <a:prstGeom prst="rightArrow">
            <a:avLst/>
          </a:prstGeom>
          <a:solidFill>
            <a:schemeClr val="accent2"/>
          </a:solidFill>
          <a:ln/>
        </p:spPr>
        <p:txBody>
          <a:bodyPr/>
          <a:lstStyle/>
          <a:p>
            <a:endParaRPr lang="en-IN"/>
          </a:p>
        </p:txBody>
      </p:sp>
      <p:sp>
        <p:nvSpPr>
          <p:cNvPr id="25" name="Card"/>
          <p:cNvSpPr/>
          <p:nvPr/>
        </p:nvSpPr>
        <p:spPr>
          <a:xfrm>
            <a:off x="7427214" y="1463039"/>
            <a:ext cx="1920240" cy="2998315"/>
          </a:xfrm>
          <a:prstGeom prst="roundRect">
            <a:avLst>
              <a:gd name="adj" fmla="val 5714"/>
            </a:avLst>
          </a:prstGeom>
          <a:solidFill>
            <a:schemeClr val="bg2"/>
          </a:solidFill>
          <a:ln/>
        </p:spPr>
        <p:txBody>
          <a:bodyPr/>
          <a:lstStyle/>
          <a:p>
            <a:endParaRPr lang="en-IN"/>
          </a:p>
        </p:txBody>
      </p:sp>
      <p:sp>
        <p:nvSpPr>
          <p:cNvPr id="26" name="Icon badge"/>
          <p:cNvSpPr/>
          <p:nvPr/>
        </p:nvSpPr>
        <p:spPr>
          <a:xfrm>
            <a:off x="7655814" y="1691640"/>
            <a:ext cx="548640" cy="548640"/>
          </a:xfrm>
          <a:prstGeom prst="ellipse">
            <a:avLst/>
          </a:prstGeom>
          <a:solidFill>
            <a:schemeClr val="accent1"/>
          </a:solidFill>
          <a:ln/>
        </p:spPr>
        <p:txBody>
          <a:bodyPr/>
          <a:lstStyle/>
          <a:p>
            <a:endParaRPr lang="en-IN"/>
          </a:p>
        </p:txBody>
      </p:sp>
      <p:pic>
        <p:nvPicPr>
          <p:cNvPr id="27" name="Image 3" descr="LaptopCode icon"/>
          <p:cNvPicPr>
            <a:picLocks noChangeAspect="1"/>
          </p:cNvPicPr>
          <p:nvPr/>
        </p:nvPicPr>
        <p:blipFill>
          <a:blip r:embed="rId6"/>
          <a:stretch>
            <a:fillRect/>
          </a:stretch>
        </p:blipFill>
        <p:spPr>
          <a:xfrm>
            <a:off x="7776515" y="1812341"/>
            <a:ext cx="307238" cy="307238"/>
          </a:xfrm>
          <a:prstGeom prst="rect">
            <a:avLst/>
          </a:prstGeom>
        </p:spPr>
      </p:pic>
      <p:sp>
        <p:nvSpPr>
          <p:cNvPr id="28" name="Text 21"/>
          <p:cNvSpPr txBox="1"/>
          <p:nvPr/>
        </p:nvSpPr>
        <p:spPr>
          <a:xfrm>
            <a:off x="7655814"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4</a:t>
            </a:r>
            <a:endParaRPr lang="en-US" sz="1200" dirty="0"/>
          </a:p>
        </p:txBody>
      </p:sp>
      <p:sp>
        <p:nvSpPr>
          <p:cNvPr id="29" name="Text 22"/>
          <p:cNvSpPr txBox="1"/>
          <p:nvPr/>
        </p:nvSpPr>
        <p:spPr>
          <a:xfrm>
            <a:off x="7493301" y="2597394"/>
            <a:ext cx="1963259" cy="365760"/>
          </a:xfrm>
          <a:prstGeom prst="rect">
            <a:avLst/>
          </a:prstGeom>
          <a:noFill/>
          <a:ln/>
        </p:spPr>
        <p:txBody>
          <a:bodyPr wrap="square" lIns="0" tIns="0" rIns="0" bIns="0" rtlCol="0" anchor="t"/>
          <a:lstStyle/>
          <a:p>
            <a:pPr marL="0" indent="0">
              <a:buNone/>
            </a:pPr>
            <a:r>
              <a:rPr lang="en-US" sz="1600" b="1" dirty="0">
                <a:solidFill>
                  <a:schemeClr val="tx2"/>
                </a:solidFill>
                <a:latin typeface="+mj-lt"/>
              </a:rPr>
              <a:t>Model Development</a:t>
            </a:r>
            <a:endParaRPr lang="en-US" sz="1600" dirty="0">
              <a:latin typeface="+mj-lt"/>
            </a:endParaRPr>
          </a:p>
        </p:txBody>
      </p:sp>
      <p:sp>
        <p:nvSpPr>
          <p:cNvPr id="30" name="Text 23"/>
          <p:cNvSpPr txBox="1"/>
          <p:nvPr/>
        </p:nvSpPr>
        <p:spPr>
          <a:xfrm>
            <a:off x="7427214" y="2907543"/>
            <a:ext cx="1896029" cy="109728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rPr>
              <a:t>Apply Linear Regression and Random Forest Regression.</a:t>
            </a:r>
          </a:p>
          <a:p>
            <a:pPr marL="285750" lvl="0" indent="-285750">
              <a:buFont typeface="Arial" panose="020B0604020202020204" pitchFamily="34" charset="0"/>
              <a:buChar char="•"/>
            </a:pPr>
            <a:r>
              <a:rPr lang="en-IN" sz="1400" dirty="0">
                <a:latin typeface="+mj-lt"/>
              </a:rPr>
              <a:t>Train and evaluate the prediction model.</a:t>
            </a:r>
          </a:p>
        </p:txBody>
      </p:sp>
      <p:sp>
        <p:nvSpPr>
          <p:cNvPr id="31" name="Flow arrow"/>
          <p:cNvSpPr/>
          <p:nvPr/>
        </p:nvSpPr>
        <p:spPr>
          <a:xfrm>
            <a:off x="9405747" y="2743200"/>
            <a:ext cx="256032" cy="274320"/>
          </a:xfrm>
          <a:prstGeom prst="rightArrow">
            <a:avLst/>
          </a:prstGeom>
          <a:solidFill>
            <a:schemeClr val="accent2"/>
          </a:solidFill>
          <a:ln/>
        </p:spPr>
        <p:txBody>
          <a:bodyPr/>
          <a:lstStyle/>
          <a:p>
            <a:endParaRPr lang="en-IN"/>
          </a:p>
        </p:txBody>
      </p:sp>
      <p:sp>
        <p:nvSpPr>
          <p:cNvPr id="32" name="Card"/>
          <p:cNvSpPr/>
          <p:nvPr/>
        </p:nvSpPr>
        <p:spPr>
          <a:xfrm>
            <a:off x="9720072" y="1463040"/>
            <a:ext cx="1920240" cy="2998314"/>
          </a:xfrm>
          <a:prstGeom prst="roundRect">
            <a:avLst>
              <a:gd name="adj" fmla="val 5714"/>
            </a:avLst>
          </a:prstGeom>
          <a:solidFill>
            <a:schemeClr val="bg2"/>
          </a:solidFill>
          <a:ln/>
        </p:spPr>
        <p:txBody>
          <a:bodyPr/>
          <a:lstStyle/>
          <a:p>
            <a:endParaRPr lang="en-IN"/>
          </a:p>
        </p:txBody>
      </p:sp>
      <p:sp>
        <p:nvSpPr>
          <p:cNvPr id="33" name="Icon badge"/>
          <p:cNvSpPr/>
          <p:nvPr/>
        </p:nvSpPr>
        <p:spPr>
          <a:xfrm>
            <a:off x="9948672" y="1691640"/>
            <a:ext cx="548640" cy="548640"/>
          </a:xfrm>
          <a:prstGeom prst="ellipse">
            <a:avLst/>
          </a:prstGeom>
          <a:solidFill>
            <a:schemeClr val="accent1"/>
          </a:solidFill>
          <a:ln/>
        </p:spPr>
        <p:txBody>
          <a:bodyPr/>
          <a:lstStyle/>
          <a:p>
            <a:endParaRPr lang="en-IN"/>
          </a:p>
        </p:txBody>
      </p:sp>
      <p:pic>
        <p:nvPicPr>
          <p:cNvPr id="34" name="Image 4" descr="Flask icon"/>
          <p:cNvPicPr>
            <a:picLocks noChangeAspect="1"/>
          </p:cNvPicPr>
          <p:nvPr/>
        </p:nvPicPr>
        <p:blipFill>
          <a:blip r:embed="rId7"/>
          <a:stretch>
            <a:fillRect/>
          </a:stretch>
        </p:blipFill>
        <p:spPr>
          <a:xfrm>
            <a:off x="10069373" y="1812341"/>
            <a:ext cx="307238" cy="307238"/>
          </a:xfrm>
          <a:prstGeom prst="rect">
            <a:avLst/>
          </a:prstGeom>
        </p:spPr>
      </p:pic>
      <p:sp>
        <p:nvSpPr>
          <p:cNvPr id="35" name="Text 27"/>
          <p:cNvSpPr txBox="1"/>
          <p:nvPr/>
        </p:nvSpPr>
        <p:spPr>
          <a:xfrm>
            <a:off x="9948672"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5</a:t>
            </a:r>
            <a:endParaRPr lang="en-US" sz="1200" dirty="0"/>
          </a:p>
        </p:txBody>
      </p:sp>
      <p:sp>
        <p:nvSpPr>
          <p:cNvPr id="36" name="Text 28"/>
          <p:cNvSpPr txBox="1"/>
          <p:nvPr/>
        </p:nvSpPr>
        <p:spPr>
          <a:xfrm>
            <a:off x="9829178" y="2565266"/>
            <a:ext cx="2265426" cy="365760"/>
          </a:xfrm>
          <a:prstGeom prst="rect">
            <a:avLst/>
          </a:prstGeom>
          <a:noFill/>
          <a:ln/>
        </p:spPr>
        <p:txBody>
          <a:bodyPr wrap="square" lIns="0" tIns="0" rIns="0" bIns="0" rtlCol="0" anchor="t"/>
          <a:lstStyle/>
          <a:p>
            <a:pPr marL="0" indent="0">
              <a:buNone/>
            </a:pPr>
            <a:r>
              <a:rPr lang="en-US" sz="1600" b="1" dirty="0">
                <a:solidFill>
                  <a:schemeClr val="tx2"/>
                </a:solidFill>
                <a:latin typeface="+mj-lt"/>
              </a:rPr>
              <a:t>Dashboard Development</a:t>
            </a:r>
            <a:endParaRPr lang="en-US" sz="1600" dirty="0">
              <a:latin typeface="+mj-lt"/>
            </a:endParaRPr>
          </a:p>
        </p:txBody>
      </p:sp>
      <p:sp>
        <p:nvSpPr>
          <p:cNvPr id="37" name="Text 29"/>
          <p:cNvSpPr txBox="1"/>
          <p:nvPr/>
        </p:nvSpPr>
        <p:spPr>
          <a:xfrm>
            <a:off x="9747504" y="3089301"/>
            <a:ext cx="1920240" cy="109728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rPr>
              <a:t>Integrate the saved model with </a:t>
            </a:r>
            <a:r>
              <a:rPr lang="en-IN" sz="1400" dirty="0" err="1">
                <a:latin typeface="+mj-lt"/>
              </a:rPr>
              <a:t>Streamlit</a:t>
            </a:r>
            <a:r>
              <a:rPr lang="en-IN" sz="1400" dirty="0">
                <a:latin typeface="+mj-lt"/>
              </a:rPr>
              <a:t>.</a:t>
            </a:r>
          </a:p>
          <a:p>
            <a:pPr marL="285750" lvl="0" indent="-285750">
              <a:buFont typeface="Arial" panose="020B0604020202020204" pitchFamily="34" charset="0"/>
              <a:buChar char="•"/>
            </a:pPr>
            <a:r>
              <a:rPr lang="en-IN" sz="1400" dirty="0">
                <a:latin typeface="+mj-lt"/>
              </a:rPr>
              <a:t>Display analytics and crop yield predictions.</a:t>
            </a:r>
          </a:p>
        </p:txBody>
      </p:sp>
      <p:sp>
        <p:nvSpPr>
          <p:cNvPr id="38" name="Card"/>
          <p:cNvSpPr/>
          <p:nvPr/>
        </p:nvSpPr>
        <p:spPr>
          <a:xfrm>
            <a:off x="548640" y="4572000"/>
            <a:ext cx="11091672" cy="1508760"/>
          </a:xfrm>
          <a:prstGeom prst="roundRect">
            <a:avLst>
              <a:gd name="adj" fmla="val 7273"/>
            </a:avLst>
          </a:prstGeom>
          <a:solidFill>
            <a:schemeClr val="accent1"/>
          </a:solidFill>
          <a:ln/>
        </p:spPr>
        <p:txBody>
          <a:bodyPr/>
          <a:lstStyle/>
          <a:p>
            <a:endParaRPr lang="en-IN"/>
          </a:p>
        </p:txBody>
      </p:sp>
      <p:sp>
        <p:nvSpPr>
          <p:cNvPr id="39" name="Icon badge"/>
          <p:cNvSpPr/>
          <p:nvPr/>
        </p:nvSpPr>
        <p:spPr>
          <a:xfrm>
            <a:off x="803287" y="4637255"/>
            <a:ext cx="502920" cy="502920"/>
          </a:xfrm>
          <a:prstGeom prst="ellipse">
            <a:avLst/>
          </a:prstGeom>
          <a:solidFill>
            <a:schemeClr val="accent2"/>
          </a:solidFill>
          <a:ln/>
        </p:spPr>
        <p:txBody>
          <a:bodyPr/>
          <a:lstStyle/>
          <a:p>
            <a:endParaRPr lang="en-IN"/>
          </a:p>
        </p:txBody>
      </p:sp>
      <p:pic>
        <p:nvPicPr>
          <p:cNvPr id="40" name="Image 5" descr="Rocket icon"/>
          <p:cNvPicPr>
            <a:picLocks noChangeAspect="1"/>
          </p:cNvPicPr>
          <p:nvPr/>
        </p:nvPicPr>
        <p:blipFill>
          <a:blip r:embed="rId8"/>
          <a:stretch>
            <a:fillRect/>
          </a:stretch>
        </p:blipFill>
        <p:spPr>
          <a:xfrm>
            <a:off x="910742" y="4747898"/>
            <a:ext cx="281635" cy="281635"/>
          </a:xfrm>
          <a:prstGeom prst="rect">
            <a:avLst/>
          </a:prstGeom>
        </p:spPr>
      </p:pic>
      <p:sp>
        <p:nvSpPr>
          <p:cNvPr id="41" name="Text 32"/>
          <p:cNvSpPr txBox="1"/>
          <p:nvPr/>
        </p:nvSpPr>
        <p:spPr>
          <a:xfrm>
            <a:off x="1485761" y="4648057"/>
            <a:ext cx="9902952" cy="502920"/>
          </a:xfrm>
          <a:prstGeom prst="rect">
            <a:avLst/>
          </a:prstGeom>
          <a:noFill/>
          <a:ln/>
        </p:spPr>
        <p:txBody>
          <a:bodyPr wrap="square" lIns="0" tIns="0" rIns="0" bIns="0" rtlCol="0" anchor="ctr"/>
          <a:lstStyle/>
          <a:p>
            <a:pPr marL="0" indent="0">
              <a:buNone/>
            </a:pPr>
            <a:r>
              <a:rPr lang="en-US" sz="1800" b="1" dirty="0">
                <a:solidFill>
                  <a:schemeClr val="bg1"/>
                </a:solidFill>
                <a:latin typeface="+mj-lt"/>
              </a:rPr>
              <a:t>Key Novelty / Contribution</a:t>
            </a:r>
            <a:endParaRPr lang="en-US" sz="1800" dirty="0">
              <a:latin typeface="+mj-lt"/>
            </a:endParaRPr>
          </a:p>
        </p:txBody>
      </p:sp>
      <p:sp>
        <p:nvSpPr>
          <p:cNvPr id="42" name="Text 33"/>
          <p:cNvSpPr txBox="1"/>
          <p:nvPr/>
        </p:nvSpPr>
        <p:spPr>
          <a:xfrm>
            <a:off x="1051560" y="5120973"/>
            <a:ext cx="10543032" cy="502920"/>
          </a:xfrm>
          <a:prstGeom prst="rect">
            <a:avLst/>
          </a:prstGeom>
          <a:noFill/>
          <a:ln/>
        </p:spPr>
        <p:txBody>
          <a:bodyPr wrap="square" lIns="0" tIns="0" rIns="0" bIns="0" rtlCol="0" anchor="t"/>
          <a:lstStyle/>
          <a:p>
            <a:pPr>
              <a:lnSpc>
                <a:spcPct val="150000"/>
              </a:lnSpc>
            </a:pPr>
            <a:r>
              <a:rPr lang="en-IN" sz="1400" dirty="0" err="1">
                <a:solidFill>
                  <a:schemeClr val="bg2"/>
                </a:solidFill>
                <a:latin typeface="+mj-lt"/>
                <a:cs typeface="Times New Roman" panose="02020603050405020304" pitchFamily="18" charset="0"/>
              </a:rPr>
              <a:t>AgriIntelligence</a:t>
            </a:r>
            <a:r>
              <a:rPr lang="en-IN" sz="1400" dirty="0">
                <a:solidFill>
                  <a:schemeClr val="bg2"/>
                </a:solidFill>
                <a:latin typeface="+mj-lt"/>
                <a:cs typeface="Times New Roman" panose="02020603050405020304" pitchFamily="18" charset="0"/>
              </a:rPr>
              <a:t> integrates crop-yield prediction, weather analysis, agricultural-factor analysis, and market-price analytics into a single interactive platform. Unlike approaches that focus on individual agricultural aspects, our system combines these insights with a Random Forest Regression model to support data-driven agricultural decision-making.</a:t>
            </a:r>
            <a:endParaRPr lang="en-US" sz="1400" dirty="0">
              <a:solidFill>
                <a:schemeClr val="bg2"/>
              </a:solidFill>
              <a:latin typeface="+mj-lt"/>
              <a:cs typeface="Times New Roman" panose="02020603050405020304" pitchFamily="18" charset="0"/>
            </a:endParaRPr>
          </a:p>
        </p:txBody>
      </p:sp>
      <p:sp>
        <p:nvSpPr>
          <p:cNvPr id="3"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21208" y="229431"/>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System Architecture</a:t>
            </a:r>
            <a:endParaRPr lang="en-US" sz="3200" dirty="0"/>
          </a:p>
        </p:txBody>
      </p:sp>
      <p:sp>
        <p:nvSpPr>
          <p:cNvPr id="4" name="Placeholder – replace with picture"/>
          <p:cNvSpPr/>
          <p:nvPr/>
        </p:nvSpPr>
        <p:spPr>
          <a:xfrm>
            <a:off x="548640" y="1006671"/>
            <a:ext cx="7223760" cy="5119809"/>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system architecture / block diagram</a:t>
            </a:r>
            <a:endParaRPr lang="en-US" sz="1400" dirty="0"/>
          </a:p>
          <a:p>
            <a:pPr marL="0" indent="0" algn="ctr">
              <a:buNone/>
            </a:pPr>
            <a:r>
              <a:rPr lang="en-US" sz="1400" i="1" dirty="0">
                <a:solidFill>
                  <a:schemeClr val="tx2"/>
                </a:solidFill>
              </a:rPr>
              <a:t>(Input → Processing → Output)]</a:t>
            </a:r>
            <a:endParaRPr lang="en-US" sz="1400" dirty="0"/>
          </a:p>
        </p:txBody>
      </p:sp>
      <p:sp>
        <p:nvSpPr>
          <p:cNvPr id="5" name="Text 2"/>
          <p:cNvSpPr txBox="1"/>
          <p:nvPr/>
        </p:nvSpPr>
        <p:spPr>
          <a:xfrm>
            <a:off x="8046720" y="1371600"/>
            <a:ext cx="3566160" cy="365760"/>
          </a:xfrm>
          <a:prstGeom prst="rect">
            <a:avLst/>
          </a:prstGeom>
          <a:noFill/>
          <a:ln/>
        </p:spPr>
        <p:txBody>
          <a:bodyPr wrap="square" lIns="0" tIns="0" rIns="0" bIns="0" rtlCol="0" anchor="t"/>
          <a:lstStyle/>
          <a:p>
            <a:pPr marL="0" indent="0">
              <a:buNone/>
            </a:pPr>
            <a:r>
              <a:rPr lang="en-US" sz="2000" b="1" dirty="0">
                <a:solidFill>
                  <a:schemeClr val="tx2"/>
                </a:solidFill>
              </a:rPr>
              <a:t>Components</a:t>
            </a:r>
            <a:endParaRPr lang="en-US" sz="2000" dirty="0"/>
          </a:p>
        </p:txBody>
      </p:sp>
      <p:sp>
        <p:nvSpPr>
          <p:cNvPr id="6" name="Card"/>
          <p:cNvSpPr/>
          <p:nvPr/>
        </p:nvSpPr>
        <p:spPr>
          <a:xfrm>
            <a:off x="8046720" y="1874520"/>
            <a:ext cx="3593592" cy="960120"/>
          </a:xfrm>
          <a:prstGeom prst="roundRect">
            <a:avLst>
              <a:gd name="adj" fmla="val 11429"/>
            </a:avLst>
          </a:prstGeom>
          <a:solidFill>
            <a:schemeClr val="bg2"/>
          </a:solidFill>
          <a:ln/>
        </p:spPr>
        <p:txBody>
          <a:bodyPr/>
          <a:lstStyle/>
          <a:p>
            <a:endParaRPr lang="en-IN"/>
          </a:p>
        </p:txBody>
      </p:sp>
      <p:sp>
        <p:nvSpPr>
          <p:cNvPr id="7" name="Number badge"/>
          <p:cNvSpPr/>
          <p:nvPr/>
        </p:nvSpPr>
        <p:spPr>
          <a:xfrm>
            <a:off x="8229600" y="2103120"/>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5"/>
          <p:cNvSpPr txBox="1"/>
          <p:nvPr/>
        </p:nvSpPr>
        <p:spPr>
          <a:xfrm>
            <a:off x="8915400" y="2011680"/>
            <a:ext cx="2606040" cy="731520"/>
          </a:xfrm>
          <a:prstGeom prst="rect">
            <a:avLst/>
          </a:prstGeom>
          <a:noFill/>
          <a:ln/>
        </p:spPr>
        <p:txBody>
          <a:bodyPr wrap="square" lIns="0" tIns="0" rIns="0" bIns="0" rtlCol="0" anchor="ctr"/>
          <a:lstStyle/>
          <a:p>
            <a:pPr marL="0" indent="0">
              <a:buNone/>
            </a:pPr>
            <a:r>
              <a:rPr lang="en-US" sz="1400" b="1" dirty="0">
                <a:solidFill>
                  <a:schemeClr val="tx2"/>
                </a:solidFill>
                <a:latin typeface="+mj-lt"/>
              </a:rPr>
              <a:t>Data Sources</a:t>
            </a:r>
            <a:endParaRPr lang="en-US" sz="1400" dirty="0">
              <a:latin typeface="+mj-lt"/>
            </a:endParaRPr>
          </a:p>
          <a:p>
            <a:r>
              <a:rPr lang="en-IN" sz="1400" dirty="0">
                <a:latin typeface="+mj-lt"/>
              </a:rPr>
              <a:t>Crop and market CSV datasets</a:t>
            </a:r>
            <a:endParaRPr lang="en-US" sz="1400" dirty="0">
              <a:latin typeface="+mj-lt"/>
            </a:endParaRPr>
          </a:p>
        </p:txBody>
      </p:sp>
      <p:sp>
        <p:nvSpPr>
          <p:cNvPr id="9" name="Card"/>
          <p:cNvSpPr/>
          <p:nvPr/>
        </p:nvSpPr>
        <p:spPr>
          <a:xfrm>
            <a:off x="8046720" y="2953512"/>
            <a:ext cx="3593592" cy="960120"/>
          </a:xfrm>
          <a:prstGeom prst="roundRect">
            <a:avLst>
              <a:gd name="adj" fmla="val 11429"/>
            </a:avLst>
          </a:prstGeom>
          <a:solidFill>
            <a:schemeClr val="bg2"/>
          </a:solidFill>
          <a:ln/>
        </p:spPr>
        <p:txBody>
          <a:bodyPr/>
          <a:lstStyle/>
          <a:p>
            <a:endParaRPr lang="en-IN"/>
          </a:p>
        </p:txBody>
      </p:sp>
      <p:sp>
        <p:nvSpPr>
          <p:cNvPr id="10" name="Number badge"/>
          <p:cNvSpPr/>
          <p:nvPr/>
        </p:nvSpPr>
        <p:spPr>
          <a:xfrm>
            <a:off x="8229600" y="3182112"/>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8915400" y="3090672"/>
            <a:ext cx="2606040" cy="731520"/>
          </a:xfrm>
          <a:prstGeom prst="rect">
            <a:avLst/>
          </a:prstGeom>
          <a:noFill/>
          <a:ln/>
        </p:spPr>
        <p:txBody>
          <a:bodyPr wrap="square" lIns="0" tIns="0" rIns="0" bIns="0" rtlCol="0" anchor="ctr"/>
          <a:lstStyle/>
          <a:p>
            <a:pPr marL="0" indent="0">
              <a:buNone/>
            </a:pPr>
            <a:r>
              <a:rPr lang="en-US" sz="1400" b="1" dirty="0">
                <a:solidFill>
                  <a:schemeClr val="tx2"/>
                </a:solidFill>
                <a:latin typeface="+mj-lt"/>
              </a:rPr>
              <a:t>Preprocessing</a:t>
            </a:r>
            <a:endParaRPr lang="en-US" sz="1400" dirty="0">
              <a:latin typeface="+mj-lt"/>
            </a:endParaRPr>
          </a:p>
          <a:p>
            <a:r>
              <a:rPr lang="en-IN" sz="1400" dirty="0">
                <a:latin typeface="+mj-lt"/>
              </a:rPr>
              <a:t>Cleaning and transformation</a:t>
            </a:r>
            <a:endParaRPr lang="en-US" sz="1400" dirty="0">
              <a:latin typeface="+mj-lt"/>
            </a:endParaRPr>
          </a:p>
        </p:txBody>
      </p:sp>
      <p:sp>
        <p:nvSpPr>
          <p:cNvPr id="12" name="Card"/>
          <p:cNvSpPr/>
          <p:nvPr/>
        </p:nvSpPr>
        <p:spPr>
          <a:xfrm>
            <a:off x="8046720" y="4032504"/>
            <a:ext cx="3593592" cy="960120"/>
          </a:xfrm>
          <a:prstGeom prst="roundRect">
            <a:avLst>
              <a:gd name="adj" fmla="val 11429"/>
            </a:avLst>
          </a:prstGeom>
          <a:solidFill>
            <a:schemeClr val="bg2"/>
          </a:solidFill>
          <a:ln/>
        </p:spPr>
        <p:txBody>
          <a:bodyPr/>
          <a:lstStyle/>
          <a:p>
            <a:endParaRPr lang="en-IN"/>
          </a:p>
        </p:txBody>
      </p:sp>
      <p:sp>
        <p:nvSpPr>
          <p:cNvPr id="13" name="Number badge"/>
          <p:cNvSpPr/>
          <p:nvPr/>
        </p:nvSpPr>
        <p:spPr>
          <a:xfrm>
            <a:off x="8229600" y="4261104"/>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Text 11"/>
          <p:cNvSpPr txBox="1"/>
          <p:nvPr/>
        </p:nvSpPr>
        <p:spPr>
          <a:xfrm>
            <a:off x="8915400" y="4169664"/>
            <a:ext cx="2606040" cy="731520"/>
          </a:xfrm>
          <a:prstGeom prst="rect">
            <a:avLst/>
          </a:prstGeom>
          <a:noFill/>
          <a:ln/>
        </p:spPr>
        <p:txBody>
          <a:bodyPr wrap="square" lIns="0" tIns="0" rIns="0" bIns="0" rtlCol="0" anchor="ctr"/>
          <a:lstStyle/>
          <a:p>
            <a:pPr marL="0" indent="0">
              <a:buNone/>
            </a:pPr>
            <a:r>
              <a:rPr lang="en-US" sz="1400" b="1" dirty="0">
                <a:solidFill>
                  <a:schemeClr val="tx2"/>
                </a:solidFill>
                <a:latin typeface="+mj-lt"/>
              </a:rPr>
              <a:t>Analytics &amp; ML</a:t>
            </a:r>
            <a:endParaRPr lang="en-US" sz="1400" dirty="0">
              <a:latin typeface="+mj-lt"/>
            </a:endParaRPr>
          </a:p>
          <a:p>
            <a:r>
              <a:rPr lang="en-IN" sz="1400" dirty="0">
                <a:latin typeface="+mj-lt"/>
              </a:rPr>
              <a:t>Visualization and prediction</a:t>
            </a:r>
            <a:endParaRPr lang="en-US" sz="1400" dirty="0">
              <a:latin typeface="+mj-lt"/>
            </a:endParaRPr>
          </a:p>
        </p:txBody>
      </p:sp>
      <p:sp>
        <p:nvSpPr>
          <p:cNvPr id="15" name="Card"/>
          <p:cNvSpPr/>
          <p:nvPr/>
        </p:nvSpPr>
        <p:spPr>
          <a:xfrm>
            <a:off x="8046720" y="5111496"/>
            <a:ext cx="3593592" cy="960120"/>
          </a:xfrm>
          <a:prstGeom prst="roundRect">
            <a:avLst>
              <a:gd name="adj" fmla="val 11429"/>
            </a:avLst>
          </a:prstGeom>
          <a:solidFill>
            <a:schemeClr val="bg2"/>
          </a:solidFill>
          <a:ln/>
        </p:spPr>
        <p:txBody>
          <a:bodyPr/>
          <a:lstStyle/>
          <a:p>
            <a:endParaRPr lang="en-IN"/>
          </a:p>
        </p:txBody>
      </p:sp>
      <p:sp>
        <p:nvSpPr>
          <p:cNvPr id="16" name="Number badge"/>
          <p:cNvSpPr/>
          <p:nvPr/>
        </p:nvSpPr>
        <p:spPr>
          <a:xfrm>
            <a:off x="8229600" y="5340096"/>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7" name="Text 14"/>
          <p:cNvSpPr txBox="1"/>
          <p:nvPr/>
        </p:nvSpPr>
        <p:spPr>
          <a:xfrm>
            <a:off x="8915400" y="5248656"/>
            <a:ext cx="2606040" cy="731520"/>
          </a:xfrm>
          <a:prstGeom prst="rect">
            <a:avLst/>
          </a:prstGeom>
          <a:noFill/>
          <a:ln/>
        </p:spPr>
        <p:txBody>
          <a:bodyPr wrap="square" lIns="0" tIns="0" rIns="0" bIns="0" rtlCol="0" anchor="ctr"/>
          <a:lstStyle/>
          <a:p>
            <a:pPr marL="0" indent="0">
              <a:buNone/>
            </a:pPr>
            <a:r>
              <a:rPr lang="en-US" sz="1400" b="1" dirty="0">
                <a:solidFill>
                  <a:schemeClr val="tx2"/>
                </a:solidFill>
                <a:latin typeface="Times New Roman" panose="02020603050405020304" pitchFamily="18" charset="0"/>
                <a:cs typeface="Times New Roman" panose="02020603050405020304" pitchFamily="18" charset="0"/>
              </a:rPr>
              <a:t>User Interface</a:t>
            </a:r>
          </a:p>
          <a:p>
            <a:r>
              <a:rPr lang="en-IN" sz="1400" dirty="0" err="1">
                <a:latin typeface="Times New Roman" panose="02020603050405020304" pitchFamily="18" charset="0"/>
                <a:cs typeface="Times New Roman" panose="02020603050405020304" pitchFamily="18" charset="0"/>
              </a:rPr>
              <a:t>Streamlit</a:t>
            </a:r>
            <a:r>
              <a:rPr lang="en-IN" sz="1400" dirty="0">
                <a:latin typeface="Times New Roman" panose="02020603050405020304" pitchFamily="18" charset="0"/>
                <a:cs typeface="Times New Roman" panose="02020603050405020304" pitchFamily="18" charset="0"/>
              </a:rPr>
              <a:t> dashboard</a:t>
            </a:r>
            <a:endParaRPr lang="en-US" sz="14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Picture 17">
            <a:extLst>
              <a:ext uri="{FF2B5EF4-FFF2-40B4-BE49-F238E27FC236}">
                <a16:creationId xmlns:a16="http://schemas.microsoft.com/office/drawing/2014/main" id="{CB31C372-23A4-133D-0DAF-272B0B3AFAA5}"/>
              </a:ext>
            </a:extLst>
          </p:cNvPr>
          <p:cNvPicPr>
            <a:picLocks noChangeAspect="1"/>
          </p:cNvPicPr>
          <p:nvPr/>
        </p:nvPicPr>
        <p:blipFill>
          <a:blip r:embed="rId3"/>
          <a:stretch>
            <a:fillRect/>
          </a:stretch>
        </p:blipFill>
        <p:spPr>
          <a:xfrm>
            <a:off x="548640" y="1006672"/>
            <a:ext cx="7223759" cy="52694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Hardware &amp; Software Requirements</a:t>
            </a:r>
            <a:endParaRPr lang="en-US" sz="3200" dirty="0"/>
          </a:p>
        </p:txBody>
      </p:sp>
      <p:sp>
        <p:nvSpPr>
          <p:cNvPr id="4" name="Card"/>
          <p:cNvSpPr/>
          <p:nvPr/>
        </p:nvSpPr>
        <p:spPr>
          <a:xfrm>
            <a:off x="548640" y="1371600"/>
            <a:ext cx="3520440" cy="3566160"/>
          </a:xfrm>
          <a:prstGeom prst="roundRect">
            <a:avLst>
              <a:gd name="adj" fmla="val 3117"/>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Microchip icon"/>
          <p:cNvPicPr>
            <a:picLocks noChangeAspect="1"/>
          </p:cNvPicPr>
          <p:nvPr/>
        </p:nvPicPr>
        <p:blipFill>
          <a:blip r:embed="rId3"/>
          <a:stretch>
            <a:fillRect/>
          </a:stretch>
        </p:blipFill>
        <p:spPr>
          <a:xfrm>
            <a:off x="933602" y="1665122"/>
            <a:ext cx="281635" cy="281635"/>
          </a:xfrm>
          <a:prstGeom prst="rect">
            <a:avLst/>
          </a:prstGeom>
        </p:spPr>
      </p:pic>
      <p:sp>
        <p:nvSpPr>
          <p:cNvPr id="7" name="Text 3"/>
          <p:cNvSpPr txBox="1"/>
          <p:nvPr/>
        </p:nvSpPr>
        <p:spPr>
          <a:xfrm>
            <a:off x="1508760"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Hardware</a:t>
            </a:r>
            <a:endParaRPr lang="en-US" sz="1800" dirty="0">
              <a:latin typeface="+mj-lt"/>
            </a:endParaRPr>
          </a:p>
        </p:txBody>
      </p:sp>
      <p:sp>
        <p:nvSpPr>
          <p:cNvPr id="8" name="Text 4"/>
          <p:cNvSpPr txBox="1"/>
          <p:nvPr/>
        </p:nvSpPr>
        <p:spPr>
          <a:xfrm>
            <a:off x="822960" y="2240280"/>
            <a:ext cx="2971800" cy="25603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b="1" dirty="0">
                <a:latin typeface="+mj-lt"/>
              </a:rPr>
              <a:t>Processor: </a:t>
            </a:r>
            <a:r>
              <a:rPr lang="en-IN" sz="1400" dirty="0">
                <a:latin typeface="+mj-lt"/>
              </a:rPr>
              <a:t>Standard laptop or desktop processor.</a:t>
            </a:r>
          </a:p>
          <a:p>
            <a:pPr marL="285750" lvl="0" indent="-285750">
              <a:buFont typeface="Arial" panose="020B0604020202020204" pitchFamily="34" charset="0"/>
              <a:buChar char="•"/>
            </a:pPr>
            <a:r>
              <a:rPr lang="en-IN" sz="1400" b="1" dirty="0">
                <a:latin typeface="+mj-lt"/>
              </a:rPr>
              <a:t>RAM: </a:t>
            </a:r>
            <a:r>
              <a:rPr lang="en-IN" sz="1400" dirty="0">
                <a:latin typeface="+mj-lt"/>
              </a:rPr>
              <a:t>Sufficient memory to load and process the datasets.</a:t>
            </a:r>
          </a:p>
          <a:p>
            <a:pPr marL="285750" lvl="0" indent="-285750">
              <a:buFont typeface="Arial" panose="020B0604020202020204" pitchFamily="34" charset="0"/>
              <a:buChar char="•"/>
            </a:pPr>
            <a:r>
              <a:rPr lang="en-IN" sz="1400" b="1" dirty="0">
                <a:latin typeface="+mj-lt"/>
              </a:rPr>
              <a:t>Storage: </a:t>
            </a:r>
            <a:r>
              <a:rPr lang="en-IN" sz="1400" dirty="0">
                <a:latin typeface="+mj-lt"/>
              </a:rPr>
              <a:t>Space for datasets, source code, trained model and results.</a:t>
            </a:r>
          </a:p>
          <a:p>
            <a:pPr marL="285750" lvl="0" indent="-285750">
              <a:buFont typeface="Arial" panose="020B0604020202020204" pitchFamily="34" charset="0"/>
              <a:buChar char="•"/>
            </a:pPr>
            <a:r>
              <a:rPr lang="en-IN" sz="1400" b="1" dirty="0">
                <a:latin typeface="+mj-lt"/>
              </a:rPr>
              <a:t>Network: </a:t>
            </a:r>
            <a:r>
              <a:rPr lang="en-IN" sz="1400" dirty="0">
                <a:latin typeface="+mj-lt"/>
              </a:rPr>
              <a:t>Internet connection for software installation, if required.</a:t>
            </a:r>
          </a:p>
        </p:txBody>
      </p:sp>
      <p:sp>
        <p:nvSpPr>
          <p:cNvPr id="9" name="Card"/>
          <p:cNvSpPr/>
          <p:nvPr/>
        </p:nvSpPr>
        <p:spPr>
          <a:xfrm>
            <a:off x="4334256" y="1371600"/>
            <a:ext cx="3520440" cy="3566160"/>
          </a:xfrm>
          <a:prstGeom prst="roundRect">
            <a:avLst>
              <a:gd name="adj" fmla="val 3117"/>
            </a:avLst>
          </a:prstGeom>
          <a:solidFill>
            <a:schemeClr val="bg2"/>
          </a:solidFill>
          <a:ln/>
        </p:spPr>
        <p:txBody>
          <a:bodyPr/>
          <a:lstStyle/>
          <a:p>
            <a:endParaRPr lang="en-IN"/>
          </a:p>
        </p:txBody>
      </p:sp>
      <p:sp>
        <p:nvSpPr>
          <p:cNvPr id="10" name="Icon badge"/>
          <p:cNvSpPr/>
          <p:nvPr/>
        </p:nvSpPr>
        <p:spPr>
          <a:xfrm>
            <a:off x="4608576" y="1554480"/>
            <a:ext cx="502920" cy="502920"/>
          </a:xfrm>
          <a:prstGeom prst="ellipse">
            <a:avLst/>
          </a:prstGeom>
          <a:solidFill>
            <a:schemeClr val="accent1"/>
          </a:solidFill>
          <a:ln/>
        </p:spPr>
        <p:txBody>
          <a:bodyPr/>
          <a:lstStyle/>
          <a:p>
            <a:endParaRPr lang="en-IN"/>
          </a:p>
        </p:txBody>
      </p:sp>
      <p:pic>
        <p:nvPicPr>
          <p:cNvPr id="11" name="Image 1" descr="LaptopCode icon"/>
          <p:cNvPicPr>
            <a:picLocks noChangeAspect="1"/>
          </p:cNvPicPr>
          <p:nvPr/>
        </p:nvPicPr>
        <p:blipFill>
          <a:blip r:embed="rId4"/>
          <a:stretch>
            <a:fillRect/>
          </a:stretch>
        </p:blipFill>
        <p:spPr>
          <a:xfrm>
            <a:off x="4719218" y="1665122"/>
            <a:ext cx="281635" cy="281635"/>
          </a:xfrm>
          <a:prstGeom prst="rect">
            <a:avLst/>
          </a:prstGeom>
        </p:spPr>
      </p:pic>
      <p:sp>
        <p:nvSpPr>
          <p:cNvPr id="12" name="Text 7"/>
          <p:cNvSpPr txBox="1"/>
          <p:nvPr/>
        </p:nvSpPr>
        <p:spPr>
          <a:xfrm>
            <a:off x="5294376"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Software &amp; Tools</a:t>
            </a:r>
            <a:endParaRPr lang="en-US" sz="1800" dirty="0">
              <a:latin typeface="+mj-lt"/>
            </a:endParaRPr>
          </a:p>
        </p:txBody>
      </p:sp>
      <p:sp>
        <p:nvSpPr>
          <p:cNvPr id="13" name="Text 8"/>
          <p:cNvSpPr txBox="1"/>
          <p:nvPr/>
        </p:nvSpPr>
        <p:spPr>
          <a:xfrm>
            <a:off x="4608576" y="2240280"/>
            <a:ext cx="2971800" cy="25603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b="1" dirty="0">
                <a:latin typeface="+mj-lt"/>
              </a:rPr>
              <a:t>Operating System</a:t>
            </a:r>
            <a:r>
              <a:rPr lang="en-IN" sz="1400" dirty="0">
                <a:latin typeface="+mj-lt"/>
              </a:rPr>
              <a:t>: Windows.</a:t>
            </a:r>
          </a:p>
          <a:p>
            <a:pPr marL="285750" lvl="0" indent="-285750">
              <a:buFont typeface="Arial" panose="020B0604020202020204" pitchFamily="34" charset="0"/>
              <a:buChar char="•"/>
            </a:pPr>
            <a:r>
              <a:rPr lang="en-IN" sz="1400" b="1" dirty="0">
                <a:latin typeface="+mj-lt"/>
              </a:rPr>
              <a:t>Programming Language</a:t>
            </a:r>
            <a:r>
              <a:rPr lang="en-IN" sz="1400" dirty="0">
                <a:latin typeface="+mj-lt"/>
              </a:rPr>
              <a:t>: Python.</a:t>
            </a:r>
          </a:p>
          <a:p>
            <a:pPr marL="285750" lvl="0" indent="-285750">
              <a:buFont typeface="Arial" panose="020B0604020202020204" pitchFamily="34" charset="0"/>
              <a:buChar char="•"/>
            </a:pPr>
            <a:r>
              <a:rPr lang="en-IN" sz="1400" b="1" dirty="0">
                <a:latin typeface="+mj-lt"/>
              </a:rPr>
              <a:t>IDE: </a:t>
            </a:r>
            <a:r>
              <a:rPr lang="en-IN" sz="1400" dirty="0">
                <a:latin typeface="+mj-lt"/>
              </a:rPr>
              <a:t>Visual Studio Code.</a:t>
            </a:r>
          </a:p>
          <a:p>
            <a:pPr marL="285750" lvl="0" indent="-285750">
              <a:buFont typeface="Arial" panose="020B0604020202020204" pitchFamily="34" charset="0"/>
              <a:buChar char="•"/>
            </a:pPr>
            <a:r>
              <a:rPr lang="en-IN" sz="1400" b="1" dirty="0">
                <a:latin typeface="+mj-lt"/>
              </a:rPr>
              <a:t>Notebook: </a:t>
            </a:r>
            <a:r>
              <a:rPr lang="en-IN" sz="1400" dirty="0">
                <a:latin typeface="+mj-lt"/>
              </a:rPr>
              <a:t>Jupyter Notebook.</a:t>
            </a:r>
          </a:p>
        </p:txBody>
      </p:sp>
      <p:sp>
        <p:nvSpPr>
          <p:cNvPr id="14" name="Card"/>
          <p:cNvSpPr/>
          <p:nvPr/>
        </p:nvSpPr>
        <p:spPr>
          <a:xfrm>
            <a:off x="8119872" y="1371600"/>
            <a:ext cx="3520440" cy="3566160"/>
          </a:xfrm>
          <a:prstGeom prst="roundRect">
            <a:avLst>
              <a:gd name="adj" fmla="val 3117"/>
            </a:avLst>
          </a:prstGeom>
          <a:solidFill>
            <a:schemeClr val="bg2"/>
          </a:solidFill>
          <a:ln/>
        </p:spPr>
        <p:txBody>
          <a:bodyPr/>
          <a:lstStyle/>
          <a:p>
            <a:endParaRPr lang="en-IN"/>
          </a:p>
        </p:txBody>
      </p:sp>
      <p:sp>
        <p:nvSpPr>
          <p:cNvPr id="15" name="Icon badge"/>
          <p:cNvSpPr/>
          <p:nvPr/>
        </p:nvSpPr>
        <p:spPr>
          <a:xfrm>
            <a:off x="8394192" y="1554480"/>
            <a:ext cx="502920" cy="502920"/>
          </a:xfrm>
          <a:prstGeom prst="ellipse">
            <a:avLst/>
          </a:prstGeom>
          <a:solidFill>
            <a:schemeClr val="accent1"/>
          </a:solidFill>
          <a:ln/>
        </p:spPr>
        <p:txBody>
          <a:bodyPr/>
          <a:lstStyle/>
          <a:p>
            <a:endParaRPr lang="en-IN"/>
          </a:p>
        </p:txBody>
      </p:sp>
      <p:pic>
        <p:nvPicPr>
          <p:cNvPr id="16" name="Image 2" descr="Cubes icon"/>
          <p:cNvPicPr>
            <a:picLocks noChangeAspect="1"/>
          </p:cNvPicPr>
          <p:nvPr/>
        </p:nvPicPr>
        <p:blipFill>
          <a:blip r:embed="rId5"/>
          <a:stretch>
            <a:fillRect/>
          </a:stretch>
        </p:blipFill>
        <p:spPr>
          <a:xfrm>
            <a:off x="8504834" y="1665122"/>
            <a:ext cx="281635" cy="281635"/>
          </a:xfrm>
          <a:prstGeom prst="rect">
            <a:avLst/>
          </a:prstGeom>
        </p:spPr>
      </p:pic>
      <p:sp>
        <p:nvSpPr>
          <p:cNvPr id="17" name="Text 11"/>
          <p:cNvSpPr txBox="1"/>
          <p:nvPr/>
        </p:nvSpPr>
        <p:spPr>
          <a:xfrm>
            <a:off x="9079992"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Libraries / Frameworks</a:t>
            </a:r>
            <a:endParaRPr lang="en-US" sz="1800" dirty="0">
              <a:latin typeface="+mj-lt"/>
            </a:endParaRPr>
          </a:p>
        </p:txBody>
      </p:sp>
      <p:sp>
        <p:nvSpPr>
          <p:cNvPr id="18" name="Text 12"/>
          <p:cNvSpPr txBox="1"/>
          <p:nvPr/>
        </p:nvSpPr>
        <p:spPr>
          <a:xfrm>
            <a:off x="8394192" y="2240280"/>
            <a:ext cx="2971800" cy="25603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rPr>
              <a:t>Pandas</a:t>
            </a:r>
          </a:p>
          <a:p>
            <a:pPr marL="285750" lvl="0" indent="-285750">
              <a:buFont typeface="Arial" panose="020B0604020202020204" pitchFamily="34" charset="0"/>
              <a:buChar char="•"/>
            </a:pPr>
            <a:r>
              <a:rPr lang="en-IN" sz="1400" dirty="0">
                <a:latin typeface="+mj-lt"/>
              </a:rPr>
              <a:t>NumPy</a:t>
            </a:r>
          </a:p>
          <a:p>
            <a:pPr marL="285750" lvl="0" indent="-285750">
              <a:buFont typeface="Arial" panose="020B0604020202020204" pitchFamily="34" charset="0"/>
              <a:buChar char="•"/>
            </a:pPr>
            <a:r>
              <a:rPr lang="en-IN" sz="1400" dirty="0">
                <a:latin typeface="+mj-lt"/>
              </a:rPr>
              <a:t>Matplotlib</a:t>
            </a:r>
          </a:p>
          <a:p>
            <a:pPr marL="285750" lvl="0" indent="-285750">
              <a:buFont typeface="Arial" panose="020B0604020202020204" pitchFamily="34" charset="0"/>
              <a:buChar char="•"/>
            </a:pPr>
            <a:r>
              <a:rPr lang="en-IN" sz="1400" dirty="0">
                <a:latin typeface="+mj-lt"/>
              </a:rPr>
              <a:t>Seaborn</a:t>
            </a:r>
          </a:p>
          <a:p>
            <a:pPr marL="285750" lvl="0" indent="-285750">
              <a:buFont typeface="Arial" panose="020B0604020202020204" pitchFamily="34" charset="0"/>
              <a:buChar char="•"/>
            </a:pPr>
            <a:r>
              <a:rPr lang="en-IN" sz="1400" dirty="0">
                <a:latin typeface="+mj-lt"/>
              </a:rPr>
              <a:t>Scikit-learn</a:t>
            </a:r>
          </a:p>
          <a:p>
            <a:pPr marL="285750" lvl="0" indent="-285750">
              <a:buFont typeface="Arial" panose="020B0604020202020204" pitchFamily="34" charset="0"/>
              <a:buChar char="•"/>
            </a:pPr>
            <a:r>
              <a:rPr lang="en-IN" sz="1400" dirty="0" err="1">
                <a:latin typeface="+mj-lt"/>
              </a:rPr>
              <a:t>Joblib</a:t>
            </a:r>
            <a:endParaRPr lang="en-IN" sz="1400" dirty="0">
              <a:latin typeface="+mj-lt"/>
            </a:endParaRPr>
          </a:p>
          <a:p>
            <a:pPr marL="285750" lvl="0" indent="-285750">
              <a:buFont typeface="Arial" panose="020B0604020202020204" pitchFamily="34" charset="0"/>
              <a:buChar char="•"/>
            </a:pPr>
            <a:r>
              <a:rPr lang="en-IN" sz="1400" dirty="0" err="1">
                <a:latin typeface="+mj-lt"/>
              </a:rPr>
              <a:t>Streamlit</a:t>
            </a:r>
            <a:endParaRPr lang="en-IN" sz="1400" dirty="0">
              <a:latin typeface="+mj-lt"/>
            </a:endParaRPr>
          </a:p>
        </p:txBody>
      </p:sp>
      <p:sp>
        <p:nvSpPr>
          <p:cNvPr id="19" name="Card"/>
          <p:cNvSpPr/>
          <p:nvPr/>
        </p:nvSpPr>
        <p:spPr>
          <a:xfrm>
            <a:off x="548640" y="5212080"/>
            <a:ext cx="11091672" cy="914400"/>
          </a:xfrm>
          <a:prstGeom prst="roundRect">
            <a:avLst>
              <a:gd name="adj" fmla="val 12000"/>
            </a:avLst>
          </a:prstGeom>
          <a:solidFill>
            <a:schemeClr val="bg2"/>
          </a:solidFill>
          <a:ln/>
        </p:spPr>
        <p:txBody>
          <a:bodyPr/>
          <a:lstStyle/>
          <a:p>
            <a:endParaRPr lang="en-IN"/>
          </a:p>
        </p:txBody>
      </p:sp>
      <p:sp>
        <p:nvSpPr>
          <p:cNvPr id="20" name="Text 14"/>
          <p:cNvSpPr txBox="1"/>
          <p:nvPr/>
        </p:nvSpPr>
        <p:spPr>
          <a:xfrm>
            <a:off x="822960" y="5394960"/>
            <a:ext cx="10543032" cy="502920"/>
          </a:xfrm>
          <a:prstGeom prst="rect">
            <a:avLst/>
          </a:prstGeom>
          <a:noFill/>
          <a:ln/>
        </p:spPr>
        <p:txBody>
          <a:bodyPr wrap="square" lIns="0" tIns="0" rIns="0" bIns="0" rtlCol="0" anchor="ctr"/>
          <a:lstStyle/>
          <a:p>
            <a:r>
              <a:rPr lang="en-US" sz="1800" b="1" dirty="0">
                <a:solidFill>
                  <a:schemeClr val="tx2"/>
                </a:solidFill>
                <a:latin typeface="+mj-lt"/>
              </a:rPr>
              <a:t>Deployment / Platform:  </a:t>
            </a:r>
            <a:r>
              <a:rPr lang="en-IN" dirty="0">
                <a:latin typeface="+mj-lt"/>
                <a:cs typeface="Times New Roman" panose="02020603050405020304" pitchFamily="18" charset="0"/>
              </a:rPr>
              <a:t>Local Machine – Python-based </a:t>
            </a:r>
            <a:r>
              <a:rPr lang="en-IN" dirty="0" err="1">
                <a:latin typeface="+mj-lt"/>
                <a:cs typeface="Times New Roman" panose="02020603050405020304" pitchFamily="18" charset="0"/>
              </a:rPr>
              <a:t>Streamlit</a:t>
            </a:r>
            <a:r>
              <a:rPr lang="en-IN" dirty="0">
                <a:latin typeface="+mj-lt"/>
                <a:cs typeface="Times New Roman" panose="02020603050405020304" pitchFamily="18" charset="0"/>
              </a:rPr>
              <a:t> Web Application.</a:t>
            </a:r>
            <a:endParaRPr lang="en-US" sz="1800" dirty="0">
              <a:latin typeface="+mj-lt"/>
              <a:cs typeface="Times New Roman" panose="02020603050405020304" pitchFamily="18" charset="0"/>
            </a:endParaRPr>
          </a:p>
        </p:txBody>
      </p:sp>
      <p:sp>
        <p:nvSpPr>
          <p:cNvPr id="21" name="Text 15"/>
          <p:cNvSpPr txBox="1"/>
          <p:nvPr/>
        </p:nvSpPr>
        <p:spPr>
          <a:xfrm>
            <a:off x="822960" y="6080760"/>
            <a:ext cx="10543032" cy="0"/>
          </a:xfrm>
          <a:prstGeom prst="rect">
            <a:avLst/>
          </a:prstGeom>
          <a:noFill/>
          <a:ln/>
        </p:spPr>
        <p:txBody>
          <a:bodyPr wrap="square" lIns="0" tIns="0" rIns="0" bIns="0" rtlCol="0" anchor="t"/>
          <a:lstStyle/>
          <a:p>
            <a:pPr marL="0" indent="0">
              <a:buNone/>
            </a:pP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B19878-A9DB-BEC9-322F-DA2D753D1FFC}"/>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4267725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Data Preprocessing &amp; Exploratory Analysis</a:t>
            </a:r>
            <a:endParaRPr lang="en-US" sz="3200" dirty="0"/>
          </a:p>
        </p:txBody>
      </p:sp>
      <p:sp>
        <p:nvSpPr>
          <p:cNvPr id="4" name="Placeholder – replace with picture"/>
          <p:cNvSpPr/>
          <p:nvPr/>
        </p:nvSpPr>
        <p:spPr>
          <a:xfrm>
            <a:off x="548640" y="1371600"/>
            <a:ext cx="5431536" cy="283464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feature distribution / histogram]</a:t>
            </a:r>
            <a:endParaRPr lang="en-US" sz="1400" dirty="0"/>
          </a:p>
        </p:txBody>
      </p:sp>
      <p:sp>
        <p:nvSpPr>
          <p:cNvPr id="5" name="Placeholder – replace with picture"/>
          <p:cNvSpPr/>
          <p:nvPr/>
        </p:nvSpPr>
        <p:spPr>
          <a:xfrm>
            <a:off x="6208776" y="1371600"/>
            <a:ext cx="5431536" cy="283464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correlation heatmap / outlier box-plot]</a:t>
            </a:r>
            <a:endParaRPr lang="en-US" sz="1400" dirty="0"/>
          </a:p>
        </p:txBody>
      </p:sp>
      <p:sp>
        <p:nvSpPr>
          <p:cNvPr id="6" name="Card"/>
          <p:cNvSpPr/>
          <p:nvPr/>
        </p:nvSpPr>
        <p:spPr>
          <a:xfrm>
            <a:off x="548640" y="4434840"/>
            <a:ext cx="3520440" cy="1737360"/>
          </a:xfrm>
          <a:prstGeom prst="roundRect">
            <a:avLst>
              <a:gd name="adj" fmla="val 6316"/>
            </a:avLst>
          </a:prstGeom>
          <a:solidFill>
            <a:schemeClr val="bg2"/>
          </a:solidFill>
          <a:ln/>
        </p:spPr>
        <p:txBody>
          <a:bodyPr/>
          <a:lstStyle/>
          <a:p>
            <a:endParaRPr lang="en-IN"/>
          </a:p>
        </p:txBody>
      </p:sp>
      <p:sp>
        <p:nvSpPr>
          <p:cNvPr id="7" name="Icon badge"/>
          <p:cNvSpPr/>
          <p:nvPr/>
        </p:nvSpPr>
        <p:spPr>
          <a:xfrm>
            <a:off x="822960" y="4617720"/>
            <a:ext cx="502920" cy="502920"/>
          </a:xfrm>
          <a:prstGeom prst="ellipse">
            <a:avLst/>
          </a:prstGeom>
          <a:solidFill>
            <a:schemeClr val="accent1"/>
          </a:solidFill>
          <a:ln/>
        </p:spPr>
        <p:txBody>
          <a:bodyPr/>
          <a:lstStyle/>
          <a:p>
            <a:endParaRPr lang="en-IN"/>
          </a:p>
        </p:txBody>
      </p:sp>
      <p:pic>
        <p:nvPicPr>
          <p:cNvPr id="8" name="Image 0" descr="Broom icon"/>
          <p:cNvPicPr>
            <a:picLocks noChangeAspect="1"/>
          </p:cNvPicPr>
          <p:nvPr/>
        </p:nvPicPr>
        <p:blipFill>
          <a:blip r:embed="rId3"/>
          <a:stretch>
            <a:fillRect/>
          </a:stretch>
        </p:blipFill>
        <p:spPr>
          <a:xfrm>
            <a:off x="933602" y="4728362"/>
            <a:ext cx="281635" cy="281635"/>
          </a:xfrm>
          <a:prstGeom prst="rect">
            <a:avLst/>
          </a:prstGeom>
        </p:spPr>
      </p:pic>
      <p:sp>
        <p:nvSpPr>
          <p:cNvPr id="9" name="Text 5"/>
          <p:cNvSpPr txBox="1"/>
          <p:nvPr/>
        </p:nvSpPr>
        <p:spPr>
          <a:xfrm>
            <a:off x="1508760" y="461772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Cleaning</a:t>
            </a:r>
            <a:endParaRPr lang="en-US" sz="1800" dirty="0">
              <a:latin typeface="+mj-lt"/>
            </a:endParaRPr>
          </a:p>
        </p:txBody>
      </p:sp>
      <p:sp>
        <p:nvSpPr>
          <p:cNvPr id="10" name="Text 6"/>
          <p:cNvSpPr txBox="1"/>
          <p:nvPr/>
        </p:nvSpPr>
        <p:spPr>
          <a:xfrm>
            <a:off x="822960" y="5130242"/>
            <a:ext cx="3125585" cy="7315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600" dirty="0">
                <a:latin typeface="+mj-lt"/>
                <a:cs typeface="Times New Roman" panose="02020603050405020304" pitchFamily="18" charset="0"/>
              </a:rPr>
              <a:t>Removed records with missing important market values.</a:t>
            </a:r>
          </a:p>
          <a:p>
            <a:pPr marL="285750" lvl="0" indent="-285750">
              <a:buFont typeface="Arial" panose="020B0604020202020204" pitchFamily="34" charset="0"/>
              <a:buChar char="•"/>
            </a:pPr>
            <a:r>
              <a:rPr lang="en-IN" sz="1600" dirty="0">
                <a:latin typeface="+mj-lt"/>
                <a:cs typeface="Times New Roman" panose="02020603050405020304" pitchFamily="18" charset="0"/>
              </a:rPr>
              <a:t>No specific duplicate or outlier removal applied.</a:t>
            </a:r>
          </a:p>
        </p:txBody>
      </p:sp>
      <p:sp>
        <p:nvSpPr>
          <p:cNvPr id="11" name="Card"/>
          <p:cNvSpPr/>
          <p:nvPr/>
        </p:nvSpPr>
        <p:spPr>
          <a:xfrm>
            <a:off x="4325112" y="4434840"/>
            <a:ext cx="3520440" cy="1737360"/>
          </a:xfrm>
          <a:prstGeom prst="roundRect">
            <a:avLst>
              <a:gd name="adj" fmla="val 6316"/>
            </a:avLst>
          </a:prstGeom>
          <a:solidFill>
            <a:schemeClr val="bg2"/>
          </a:solidFill>
          <a:ln/>
        </p:spPr>
        <p:txBody>
          <a:bodyPr/>
          <a:lstStyle/>
          <a:p>
            <a:endParaRPr lang="en-IN"/>
          </a:p>
        </p:txBody>
      </p:sp>
      <p:sp>
        <p:nvSpPr>
          <p:cNvPr id="12" name="Icon badge"/>
          <p:cNvSpPr/>
          <p:nvPr/>
        </p:nvSpPr>
        <p:spPr>
          <a:xfrm>
            <a:off x="4608576" y="4617720"/>
            <a:ext cx="502920" cy="502920"/>
          </a:xfrm>
          <a:prstGeom prst="ellipse">
            <a:avLst/>
          </a:prstGeom>
          <a:solidFill>
            <a:schemeClr val="accent1"/>
          </a:solidFill>
          <a:ln/>
        </p:spPr>
        <p:txBody>
          <a:bodyPr/>
          <a:lstStyle/>
          <a:p>
            <a:endParaRPr lang="en-IN"/>
          </a:p>
        </p:txBody>
      </p:sp>
      <p:pic>
        <p:nvPicPr>
          <p:cNvPr id="13" name="Image 1" descr="SyncAlt icon"/>
          <p:cNvPicPr>
            <a:picLocks noChangeAspect="1"/>
          </p:cNvPicPr>
          <p:nvPr/>
        </p:nvPicPr>
        <p:blipFill>
          <a:blip r:embed="rId4"/>
          <a:stretch>
            <a:fillRect/>
          </a:stretch>
        </p:blipFill>
        <p:spPr>
          <a:xfrm>
            <a:off x="4719218" y="4728362"/>
            <a:ext cx="281635" cy="281635"/>
          </a:xfrm>
          <a:prstGeom prst="rect">
            <a:avLst/>
          </a:prstGeom>
        </p:spPr>
      </p:pic>
      <p:sp>
        <p:nvSpPr>
          <p:cNvPr id="14" name="Text 9"/>
          <p:cNvSpPr txBox="1"/>
          <p:nvPr/>
        </p:nvSpPr>
        <p:spPr>
          <a:xfrm>
            <a:off x="5294376" y="461772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Transformation</a:t>
            </a:r>
            <a:endParaRPr lang="en-US" sz="1800" dirty="0">
              <a:latin typeface="+mj-lt"/>
            </a:endParaRPr>
          </a:p>
        </p:txBody>
      </p:sp>
      <p:sp>
        <p:nvSpPr>
          <p:cNvPr id="15" name="Text 10"/>
          <p:cNvSpPr txBox="1"/>
          <p:nvPr/>
        </p:nvSpPr>
        <p:spPr>
          <a:xfrm>
            <a:off x="4662276" y="5198364"/>
            <a:ext cx="2971800" cy="7315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cs typeface="Times New Roman" panose="02020603050405020304" pitchFamily="18" charset="0"/>
              </a:rPr>
              <a:t>One-Hot Encoding for Country and Crop.</a:t>
            </a:r>
          </a:p>
          <a:p>
            <a:pPr marL="285750" lvl="0" indent="-285750">
              <a:buFont typeface="Arial" panose="020B0604020202020204" pitchFamily="34" charset="0"/>
              <a:buChar char="•"/>
            </a:pPr>
            <a:r>
              <a:rPr lang="en-IN" sz="1400" dirty="0">
                <a:latin typeface="+mj-lt"/>
                <a:cs typeface="Times New Roman" panose="02020603050405020304" pitchFamily="18" charset="0"/>
              </a:rPr>
              <a:t>No scaling or normalization applied.</a:t>
            </a:r>
          </a:p>
        </p:txBody>
      </p:sp>
      <p:sp>
        <p:nvSpPr>
          <p:cNvPr id="16" name="Card"/>
          <p:cNvSpPr/>
          <p:nvPr/>
        </p:nvSpPr>
        <p:spPr>
          <a:xfrm>
            <a:off x="8119872" y="4434840"/>
            <a:ext cx="3520440" cy="1737360"/>
          </a:xfrm>
          <a:prstGeom prst="roundRect">
            <a:avLst>
              <a:gd name="adj" fmla="val 6316"/>
            </a:avLst>
          </a:prstGeom>
          <a:solidFill>
            <a:schemeClr val="bg2"/>
          </a:solidFill>
          <a:ln/>
        </p:spPr>
        <p:txBody>
          <a:bodyPr/>
          <a:lstStyle/>
          <a:p>
            <a:endParaRPr lang="en-IN"/>
          </a:p>
        </p:txBody>
      </p:sp>
      <p:sp>
        <p:nvSpPr>
          <p:cNvPr id="17" name="Icon badge"/>
          <p:cNvSpPr/>
          <p:nvPr/>
        </p:nvSpPr>
        <p:spPr>
          <a:xfrm>
            <a:off x="8394192" y="4617720"/>
            <a:ext cx="502920" cy="502920"/>
          </a:xfrm>
          <a:prstGeom prst="ellipse">
            <a:avLst/>
          </a:prstGeom>
          <a:solidFill>
            <a:schemeClr val="accent1"/>
          </a:solidFill>
          <a:ln/>
        </p:spPr>
        <p:txBody>
          <a:bodyPr/>
          <a:lstStyle/>
          <a:p>
            <a:endParaRPr lang="en-IN"/>
          </a:p>
        </p:txBody>
      </p:sp>
      <p:pic>
        <p:nvPicPr>
          <p:cNvPr id="18" name="Image 2" descr="Filter icon"/>
          <p:cNvPicPr>
            <a:picLocks noChangeAspect="1"/>
          </p:cNvPicPr>
          <p:nvPr/>
        </p:nvPicPr>
        <p:blipFill>
          <a:blip r:embed="rId5"/>
          <a:stretch>
            <a:fillRect/>
          </a:stretch>
        </p:blipFill>
        <p:spPr>
          <a:xfrm>
            <a:off x="8504834" y="4728362"/>
            <a:ext cx="281635" cy="281635"/>
          </a:xfrm>
          <a:prstGeom prst="rect">
            <a:avLst/>
          </a:prstGeom>
        </p:spPr>
      </p:pic>
      <p:sp>
        <p:nvSpPr>
          <p:cNvPr id="19" name="Text 13"/>
          <p:cNvSpPr txBox="1"/>
          <p:nvPr/>
        </p:nvSpPr>
        <p:spPr>
          <a:xfrm>
            <a:off x="9079992" y="461772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Feature Selection</a:t>
            </a:r>
            <a:endParaRPr lang="en-US" sz="1800" dirty="0">
              <a:latin typeface="+mj-lt"/>
            </a:endParaRPr>
          </a:p>
        </p:txBody>
      </p:sp>
      <p:sp>
        <p:nvSpPr>
          <p:cNvPr id="20" name="Text 14"/>
          <p:cNvSpPr txBox="1"/>
          <p:nvPr/>
        </p:nvSpPr>
        <p:spPr>
          <a:xfrm>
            <a:off x="8394192" y="5198364"/>
            <a:ext cx="2971800" cy="7315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cs typeface="Times New Roman" panose="02020603050405020304" pitchFamily="18" charset="0"/>
              </a:rPr>
              <a:t>6 input features: Country, Crop, Year, Rainfall, Pesticides and Temperature.</a:t>
            </a:r>
          </a:p>
          <a:p>
            <a:pPr marL="285750" lvl="0" indent="-285750">
              <a:buFont typeface="Arial" panose="020B0604020202020204" pitchFamily="34" charset="0"/>
              <a:buChar char="•"/>
            </a:pPr>
            <a:r>
              <a:rPr lang="en-IN" sz="1400" dirty="0">
                <a:latin typeface="+mj-lt"/>
                <a:cs typeface="Times New Roman" panose="02020603050405020304" pitchFamily="18" charset="0"/>
              </a:rPr>
              <a:t>Target variable: Yield.</a:t>
            </a: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1" name="Picture 20" descr="Harnessing Climate Data for Accurate Crop Yield Predictions">
            <a:extLst>
              <a:ext uri="{FF2B5EF4-FFF2-40B4-BE49-F238E27FC236}">
                <a16:creationId xmlns:a16="http://schemas.microsoft.com/office/drawing/2014/main" id="{A17BB95E-6711-B5D5-6937-7B0662A36F3C}"/>
              </a:ext>
            </a:extLst>
          </p:cNvPr>
          <p:cNvPicPr>
            <a:picLocks noChangeAspect="1"/>
          </p:cNvPicPr>
          <p:nvPr/>
        </p:nvPicPr>
        <p:blipFill>
          <a:blip r:embed="rId6"/>
          <a:stretch>
            <a:fillRect/>
          </a:stretch>
        </p:blipFill>
        <p:spPr>
          <a:xfrm>
            <a:off x="6208776" y="1389888"/>
            <a:ext cx="5431536" cy="2798064"/>
          </a:xfrm>
          <a:prstGeom prst="rect">
            <a:avLst/>
          </a:prstGeom>
        </p:spPr>
      </p:pic>
      <p:pic>
        <p:nvPicPr>
          <p:cNvPr id="22" name="Picture 21" descr="Machine Learning-Based Crop Yield Prediction in South India: Performance Analysis of Various Models | MDPI">
            <a:extLst>
              <a:ext uri="{FF2B5EF4-FFF2-40B4-BE49-F238E27FC236}">
                <a16:creationId xmlns:a16="http://schemas.microsoft.com/office/drawing/2014/main" id="{17AE5765-4B5C-E68E-6E88-3F5E7193CD6B}"/>
              </a:ext>
            </a:extLst>
          </p:cNvPr>
          <p:cNvPicPr>
            <a:picLocks noChangeAspect="1"/>
          </p:cNvPicPr>
          <p:nvPr/>
        </p:nvPicPr>
        <p:blipFill>
          <a:blip r:embed="rId7"/>
          <a:stretch>
            <a:fillRect/>
          </a:stretch>
        </p:blipFill>
        <p:spPr>
          <a:xfrm>
            <a:off x="548641" y="1371600"/>
            <a:ext cx="5431536" cy="2834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Module-wise Description</a:t>
            </a:r>
            <a:endParaRPr lang="en-US" sz="3200" dirty="0"/>
          </a:p>
        </p:txBody>
      </p:sp>
      <p:sp>
        <p:nvSpPr>
          <p:cNvPr id="4" name="Card"/>
          <p:cNvSpPr/>
          <p:nvPr/>
        </p:nvSpPr>
        <p:spPr>
          <a:xfrm>
            <a:off x="548640" y="1371600"/>
            <a:ext cx="5431536" cy="2240280"/>
          </a:xfrm>
          <a:prstGeom prst="roundRect">
            <a:avLst>
              <a:gd name="adj" fmla="val 4898"/>
            </a:avLst>
          </a:prstGeom>
          <a:solidFill>
            <a:schemeClr val="bg2"/>
          </a:solidFill>
          <a:ln/>
        </p:spPr>
        <p:txBody>
          <a:bodyPr/>
          <a:lstStyle/>
          <a:p>
            <a:endParaRPr lang="en-IN"/>
          </a:p>
        </p:txBody>
      </p:sp>
      <p:sp>
        <p:nvSpPr>
          <p:cNvPr id="5" name="Number badge"/>
          <p:cNvSpPr/>
          <p:nvPr/>
        </p:nvSpPr>
        <p:spPr>
          <a:xfrm>
            <a:off x="822960" y="16002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508760" y="1600200"/>
            <a:ext cx="420624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Crop Analytics</a:t>
            </a:r>
            <a:endParaRPr lang="en-US" sz="1800" dirty="0">
              <a:latin typeface="+mj-lt"/>
            </a:endParaRPr>
          </a:p>
        </p:txBody>
      </p:sp>
      <p:sp>
        <p:nvSpPr>
          <p:cNvPr id="7" name="Text 4"/>
          <p:cNvSpPr txBox="1"/>
          <p:nvPr/>
        </p:nvSpPr>
        <p:spPr>
          <a:xfrm>
            <a:off x="822960" y="2331720"/>
            <a:ext cx="4937760" cy="1143000"/>
          </a:xfrm>
          <a:prstGeom prst="rect">
            <a:avLst/>
          </a:prstGeom>
          <a:noFill/>
          <a:ln/>
        </p:spPr>
        <p:txBody>
          <a:bodyPr wrap="square" lIns="0" tIns="0" rIns="0" bIns="0" rtlCol="0" anchor="t"/>
          <a:lstStyle/>
          <a:p>
            <a:pPr>
              <a:spcAft>
                <a:spcPts val="600"/>
              </a:spcAft>
            </a:pPr>
            <a:r>
              <a:rPr lang="en-US" sz="1400" b="1" dirty="0">
                <a:solidFill>
                  <a:schemeClr val="tx1"/>
                </a:solidFill>
                <a:latin typeface="+mj-lt"/>
              </a:rPr>
              <a:t>Purpose: </a:t>
            </a:r>
            <a:r>
              <a:rPr lang="en-IN" sz="1400" dirty="0" err="1">
                <a:latin typeface="+mj-lt"/>
              </a:rPr>
              <a:t>Analyze</a:t>
            </a:r>
            <a:r>
              <a:rPr lang="en-IN" sz="1400" dirty="0">
                <a:latin typeface="+mj-lt"/>
              </a:rPr>
              <a:t> crop productivity and compare average yields.</a:t>
            </a:r>
          </a:p>
          <a:p>
            <a:pPr>
              <a:spcAft>
                <a:spcPts val="600"/>
              </a:spcAft>
            </a:pPr>
            <a:r>
              <a:rPr lang="en-US" sz="1400" b="1" dirty="0">
                <a:solidFill>
                  <a:schemeClr val="tx1"/>
                </a:solidFill>
                <a:latin typeface="+mj-lt"/>
              </a:rPr>
              <a:t>Input → Output: </a:t>
            </a:r>
            <a:r>
              <a:rPr lang="en-IN" sz="1400" dirty="0">
                <a:latin typeface="+mj-lt"/>
              </a:rPr>
              <a:t>Crop dataset → Crop yield charts and comparisons.</a:t>
            </a:r>
          </a:p>
          <a:p>
            <a:pPr>
              <a:spcAft>
                <a:spcPts val="600"/>
              </a:spcAft>
            </a:pPr>
            <a:r>
              <a:rPr lang="en-US" sz="1400" b="1" dirty="0">
                <a:solidFill>
                  <a:schemeClr val="tx1"/>
                </a:solidFill>
                <a:latin typeface="+mj-lt"/>
              </a:rPr>
              <a:t>Developed by: </a:t>
            </a:r>
            <a:r>
              <a:rPr lang="en-US" sz="1400" dirty="0">
                <a:solidFill>
                  <a:schemeClr val="tx1"/>
                </a:solidFill>
                <a:latin typeface="+mj-lt"/>
              </a:rPr>
              <a:t>D Kamal</a:t>
            </a:r>
            <a:endParaRPr lang="en-US" sz="1400" dirty="0">
              <a:latin typeface="+mj-lt"/>
            </a:endParaRPr>
          </a:p>
        </p:txBody>
      </p:sp>
      <p:sp>
        <p:nvSpPr>
          <p:cNvPr id="8" name="Card"/>
          <p:cNvSpPr/>
          <p:nvPr/>
        </p:nvSpPr>
        <p:spPr>
          <a:xfrm>
            <a:off x="6208776" y="1371600"/>
            <a:ext cx="5431536" cy="2240280"/>
          </a:xfrm>
          <a:prstGeom prst="roundRect">
            <a:avLst>
              <a:gd name="adj" fmla="val 4898"/>
            </a:avLst>
          </a:prstGeom>
          <a:solidFill>
            <a:schemeClr val="bg2"/>
          </a:solidFill>
          <a:ln/>
        </p:spPr>
        <p:txBody>
          <a:bodyPr/>
          <a:lstStyle/>
          <a:p>
            <a:endParaRPr lang="en-IN"/>
          </a:p>
        </p:txBody>
      </p:sp>
      <p:sp>
        <p:nvSpPr>
          <p:cNvPr id="9" name="Number badge"/>
          <p:cNvSpPr/>
          <p:nvPr/>
        </p:nvSpPr>
        <p:spPr>
          <a:xfrm>
            <a:off x="6483096" y="16002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Text 7"/>
          <p:cNvSpPr txBox="1"/>
          <p:nvPr/>
        </p:nvSpPr>
        <p:spPr>
          <a:xfrm>
            <a:off x="7168896" y="1600200"/>
            <a:ext cx="420624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Weather Analytics</a:t>
            </a:r>
            <a:endParaRPr lang="en-US" sz="1800" dirty="0">
              <a:latin typeface="+mj-lt"/>
            </a:endParaRPr>
          </a:p>
        </p:txBody>
      </p:sp>
      <p:sp>
        <p:nvSpPr>
          <p:cNvPr id="11" name="Text 8"/>
          <p:cNvSpPr txBox="1"/>
          <p:nvPr/>
        </p:nvSpPr>
        <p:spPr>
          <a:xfrm>
            <a:off x="6483096" y="2253996"/>
            <a:ext cx="4937760" cy="1143000"/>
          </a:xfrm>
          <a:prstGeom prst="rect">
            <a:avLst/>
          </a:prstGeom>
          <a:noFill/>
          <a:ln/>
        </p:spPr>
        <p:txBody>
          <a:bodyPr wrap="square" lIns="0" tIns="0" rIns="0" bIns="0" rtlCol="0" anchor="t"/>
          <a:lstStyle/>
          <a:p>
            <a:pPr>
              <a:spcAft>
                <a:spcPts val="600"/>
              </a:spcAft>
            </a:pPr>
            <a:r>
              <a:rPr lang="en-US" sz="1400" b="1" dirty="0">
                <a:solidFill>
                  <a:schemeClr val="tx1"/>
                </a:solidFill>
                <a:latin typeface="+mj-lt"/>
              </a:rPr>
              <a:t>Purpose: </a:t>
            </a:r>
            <a:r>
              <a:rPr lang="en-IN" sz="1400" dirty="0" err="1">
                <a:latin typeface="+mj-lt"/>
              </a:rPr>
              <a:t>Analyze</a:t>
            </a:r>
            <a:r>
              <a:rPr lang="en-IN" sz="1400" dirty="0">
                <a:latin typeface="+mj-lt"/>
              </a:rPr>
              <a:t> rainfall and temperature relationships with crop yield.</a:t>
            </a:r>
          </a:p>
          <a:p>
            <a:pPr>
              <a:spcAft>
                <a:spcPts val="600"/>
              </a:spcAft>
            </a:pPr>
            <a:r>
              <a:rPr lang="en-US" sz="1400" b="1" dirty="0">
                <a:solidFill>
                  <a:schemeClr val="tx1"/>
                </a:solidFill>
                <a:latin typeface="+mj-lt"/>
              </a:rPr>
              <a:t>Input → Output: </a:t>
            </a:r>
            <a:r>
              <a:rPr lang="en-IN" sz="1400" dirty="0">
                <a:latin typeface="+mj-lt"/>
              </a:rPr>
              <a:t>Rainfall and temperature → Weather analysis graphs.</a:t>
            </a:r>
          </a:p>
          <a:p>
            <a:pPr>
              <a:spcAft>
                <a:spcPts val="600"/>
              </a:spcAft>
            </a:pPr>
            <a:r>
              <a:rPr lang="en-US" sz="1400" b="1" dirty="0">
                <a:solidFill>
                  <a:schemeClr val="tx1"/>
                </a:solidFill>
                <a:latin typeface="+mj-lt"/>
              </a:rPr>
              <a:t>Developed by: </a:t>
            </a:r>
            <a:r>
              <a:rPr lang="en-US" sz="1400" dirty="0">
                <a:solidFill>
                  <a:schemeClr val="tx1"/>
                </a:solidFill>
                <a:latin typeface="+mj-lt"/>
              </a:rPr>
              <a:t>V Chandra</a:t>
            </a:r>
            <a:endParaRPr lang="en-US" sz="1400" dirty="0">
              <a:latin typeface="+mj-lt"/>
            </a:endParaRPr>
          </a:p>
        </p:txBody>
      </p:sp>
      <p:sp>
        <p:nvSpPr>
          <p:cNvPr id="12" name="Card"/>
          <p:cNvSpPr/>
          <p:nvPr/>
        </p:nvSpPr>
        <p:spPr>
          <a:xfrm>
            <a:off x="548640" y="3840480"/>
            <a:ext cx="5431536" cy="2240280"/>
          </a:xfrm>
          <a:prstGeom prst="roundRect">
            <a:avLst>
              <a:gd name="adj" fmla="val 4898"/>
            </a:avLst>
          </a:prstGeom>
          <a:solidFill>
            <a:schemeClr val="bg2"/>
          </a:solidFill>
          <a:ln/>
        </p:spPr>
        <p:txBody>
          <a:bodyPr/>
          <a:lstStyle/>
          <a:p>
            <a:endParaRPr lang="en-IN"/>
          </a:p>
        </p:txBody>
      </p:sp>
      <p:sp>
        <p:nvSpPr>
          <p:cNvPr id="13" name="Number badge"/>
          <p:cNvSpPr/>
          <p:nvPr/>
        </p:nvSpPr>
        <p:spPr>
          <a:xfrm>
            <a:off x="822960" y="406908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4" name="Text 11"/>
          <p:cNvSpPr txBox="1"/>
          <p:nvPr/>
        </p:nvSpPr>
        <p:spPr>
          <a:xfrm>
            <a:off x="1508760" y="4069080"/>
            <a:ext cx="4206240" cy="502920"/>
          </a:xfrm>
          <a:prstGeom prst="rect">
            <a:avLst/>
          </a:prstGeom>
          <a:noFill/>
          <a:ln/>
        </p:spPr>
        <p:txBody>
          <a:bodyPr wrap="square" lIns="0" tIns="0" rIns="0" bIns="0" rtlCol="0" anchor="ctr"/>
          <a:lstStyle/>
          <a:p>
            <a:pPr marL="0" indent="0">
              <a:buNone/>
            </a:pPr>
            <a:r>
              <a:rPr lang="en-US" b="1" dirty="0">
                <a:solidFill>
                  <a:schemeClr val="tx2"/>
                </a:solidFill>
                <a:latin typeface="+mj-lt"/>
              </a:rPr>
              <a:t>Agricultural Factors</a:t>
            </a:r>
            <a:endParaRPr lang="en-US" sz="1800" dirty="0">
              <a:latin typeface="+mj-lt"/>
            </a:endParaRPr>
          </a:p>
        </p:txBody>
      </p:sp>
      <p:sp>
        <p:nvSpPr>
          <p:cNvPr id="15" name="Text 12"/>
          <p:cNvSpPr txBox="1"/>
          <p:nvPr/>
        </p:nvSpPr>
        <p:spPr>
          <a:xfrm>
            <a:off x="822960" y="4686300"/>
            <a:ext cx="4937760" cy="1143000"/>
          </a:xfrm>
          <a:prstGeom prst="rect">
            <a:avLst/>
          </a:prstGeom>
          <a:noFill/>
          <a:ln/>
        </p:spPr>
        <p:txBody>
          <a:bodyPr wrap="square" lIns="0" tIns="0" rIns="0" bIns="0" rtlCol="0" anchor="t"/>
          <a:lstStyle/>
          <a:p>
            <a:pPr>
              <a:spcAft>
                <a:spcPts val="600"/>
              </a:spcAft>
            </a:pPr>
            <a:r>
              <a:rPr lang="en-US" sz="1400" b="1" dirty="0">
                <a:solidFill>
                  <a:schemeClr val="tx1"/>
                </a:solidFill>
                <a:latin typeface="+mj-lt"/>
              </a:rPr>
              <a:t>Purpose: </a:t>
            </a:r>
            <a:r>
              <a:rPr lang="en-IN" sz="1400" dirty="0">
                <a:latin typeface="+mj-lt"/>
              </a:rPr>
              <a:t>Examine pesticide usage and agricultural factor correlations.</a:t>
            </a:r>
          </a:p>
          <a:p>
            <a:pPr>
              <a:spcAft>
                <a:spcPts val="600"/>
              </a:spcAft>
            </a:pPr>
            <a:r>
              <a:rPr lang="en-US" sz="1400" b="1" dirty="0">
                <a:solidFill>
                  <a:schemeClr val="tx1"/>
                </a:solidFill>
                <a:latin typeface="+mj-lt"/>
              </a:rPr>
              <a:t>Input → Output: </a:t>
            </a:r>
            <a:r>
              <a:rPr lang="en-IN" sz="1400" dirty="0">
                <a:latin typeface="+mj-lt"/>
              </a:rPr>
              <a:t>Agricultural data → Correlation charts and insights.</a:t>
            </a:r>
          </a:p>
          <a:p>
            <a:pPr>
              <a:spcAft>
                <a:spcPts val="600"/>
              </a:spcAft>
            </a:pPr>
            <a:r>
              <a:rPr lang="en-US" sz="1400" b="1" dirty="0">
                <a:solidFill>
                  <a:schemeClr val="tx1"/>
                </a:solidFill>
                <a:latin typeface="+mj-lt"/>
              </a:rPr>
              <a:t>Developed by: </a:t>
            </a:r>
            <a:r>
              <a:rPr lang="en-US" sz="1400" dirty="0">
                <a:latin typeface="+mj-lt"/>
              </a:rPr>
              <a:t>G Khethana</a:t>
            </a:r>
          </a:p>
        </p:txBody>
      </p:sp>
      <p:sp>
        <p:nvSpPr>
          <p:cNvPr id="16" name="Card"/>
          <p:cNvSpPr/>
          <p:nvPr/>
        </p:nvSpPr>
        <p:spPr>
          <a:xfrm>
            <a:off x="6208776" y="3840480"/>
            <a:ext cx="5431536" cy="2240280"/>
          </a:xfrm>
          <a:prstGeom prst="roundRect">
            <a:avLst>
              <a:gd name="adj" fmla="val 4898"/>
            </a:avLst>
          </a:prstGeom>
          <a:solidFill>
            <a:schemeClr val="bg2"/>
          </a:solidFill>
          <a:ln/>
        </p:spPr>
        <p:txBody>
          <a:bodyPr/>
          <a:lstStyle/>
          <a:p>
            <a:endParaRPr lang="en-IN"/>
          </a:p>
        </p:txBody>
      </p:sp>
      <p:sp>
        <p:nvSpPr>
          <p:cNvPr id="17" name="Number badge"/>
          <p:cNvSpPr/>
          <p:nvPr/>
        </p:nvSpPr>
        <p:spPr>
          <a:xfrm>
            <a:off x="6483096" y="406908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8" name="Text 15"/>
          <p:cNvSpPr txBox="1"/>
          <p:nvPr/>
        </p:nvSpPr>
        <p:spPr>
          <a:xfrm>
            <a:off x="7168896" y="4069080"/>
            <a:ext cx="420624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Market Analytics</a:t>
            </a:r>
            <a:endParaRPr lang="en-US" sz="1800" dirty="0">
              <a:latin typeface="+mj-lt"/>
            </a:endParaRPr>
          </a:p>
        </p:txBody>
      </p:sp>
      <p:sp>
        <p:nvSpPr>
          <p:cNvPr id="19" name="Text 16"/>
          <p:cNvSpPr txBox="1"/>
          <p:nvPr/>
        </p:nvSpPr>
        <p:spPr>
          <a:xfrm>
            <a:off x="6483096" y="4800600"/>
            <a:ext cx="4937760" cy="1143000"/>
          </a:xfrm>
          <a:prstGeom prst="rect">
            <a:avLst/>
          </a:prstGeom>
          <a:noFill/>
          <a:ln/>
        </p:spPr>
        <p:txBody>
          <a:bodyPr wrap="square" lIns="0" tIns="0" rIns="0" bIns="0" rtlCol="0" anchor="t"/>
          <a:lstStyle/>
          <a:p>
            <a:pPr>
              <a:spcAft>
                <a:spcPts val="600"/>
              </a:spcAft>
            </a:pPr>
            <a:r>
              <a:rPr lang="en-US" sz="1400" b="1" dirty="0">
                <a:solidFill>
                  <a:schemeClr val="tx1"/>
                </a:solidFill>
                <a:latin typeface="+mj-lt"/>
              </a:rPr>
              <a:t>Purpose: </a:t>
            </a:r>
            <a:r>
              <a:rPr lang="en-IN" sz="1400" dirty="0" err="1">
                <a:latin typeface="+mj-lt"/>
              </a:rPr>
              <a:t>Analyze</a:t>
            </a:r>
            <a:r>
              <a:rPr lang="en-IN" sz="1400" dirty="0">
                <a:latin typeface="+mj-lt"/>
              </a:rPr>
              <a:t> commodity prices and market trends.</a:t>
            </a:r>
          </a:p>
          <a:p>
            <a:pPr>
              <a:spcAft>
                <a:spcPts val="600"/>
              </a:spcAft>
            </a:pPr>
            <a:r>
              <a:rPr lang="en-US" sz="1400" b="1" dirty="0">
                <a:solidFill>
                  <a:schemeClr val="tx1"/>
                </a:solidFill>
                <a:latin typeface="+mj-lt"/>
              </a:rPr>
              <a:t>Input → Output: </a:t>
            </a:r>
            <a:r>
              <a:rPr lang="en-IN" sz="1400" dirty="0">
                <a:latin typeface="+mj-lt"/>
              </a:rPr>
              <a:t>Market dataset → Price comparisons and trend charts.</a:t>
            </a:r>
          </a:p>
          <a:p>
            <a:pPr>
              <a:spcAft>
                <a:spcPts val="600"/>
              </a:spcAft>
            </a:pPr>
            <a:r>
              <a:rPr lang="en-US" sz="1400" b="1" dirty="0">
                <a:solidFill>
                  <a:schemeClr val="tx1"/>
                </a:solidFill>
                <a:latin typeface="+mj-lt"/>
              </a:rPr>
              <a:t>Developed by: </a:t>
            </a:r>
            <a:r>
              <a:rPr lang="en-US" sz="1400" dirty="0">
                <a:latin typeface="+mj-lt"/>
              </a:rPr>
              <a:t>G Khethana</a:t>
            </a: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Algorithms &amp; Technologies Used</a:t>
            </a:r>
            <a:endParaRPr lang="en-US" sz="3200" dirty="0"/>
          </a:p>
        </p:txBody>
      </p:sp>
      <p:sp>
        <p:nvSpPr>
          <p:cNvPr id="4" name="Card"/>
          <p:cNvSpPr/>
          <p:nvPr/>
        </p:nvSpPr>
        <p:spPr>
          <a:xfrm>
            <a:off x="548640" y="1371600"/>
            <a:ext cx="3520440" cy="3291840"/>
          </a:xfrm>
          <a:prstGeom prst="roundRect">
            <a:avLst>
              <a:gd name="adj" fmla="val 3333"/>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Cogs icon"/>
          <p:cNvPicPr>
            <a:picLocks noChangeAspect="1"/>
          </p:cNvPicPr>
          <p:nvPr/>
        </p:nvPicPr>
        <p:blipFill>
          <a:blip r:embed="rId3"/>
          <a:stretch>
            <a:fillRect/>
          </a:stretch>
        </p:blipFill>
        <p:spPr>
          <a:xfrm>
            <a:off x="933602" y="1665122"/>
            <a:ext cx="281635" cy="281635"/>
          </a:xfrm>
          <a:prstGeom prst="rect">
            <a:avLst/>
          </a:prstGeom>
        </p:spPr>
      </p:pic>
      <p:sp>
        <p:nvSpPr>
          <p:cNvPr id="7" name="Text 3"/>
          <p:cNvSpPr txBox="1"/>
          <p:nvPr/>
        </p:nvSpPr>
        <p:spPr>
          <a:xfrm>
            <a:off x="1508760"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Random Forest Regression</a:t>
            </a:r>
            <a:endParaRPr lang="en-US" sz="1800" dirty="0">
              <a:latin typeface="+mj-lt"/>
            </a:endParaRPr>
          </a:p>
        </p:txBody>
      </p:sp>
      <p:sp>
        <p:nvSpPr>
          <p:cNvPr id="8" name="Text 4"/>
          <p:cNvSpPr txBox="1"/>
          <p:nvPr/>
        </p:nvSpPr>
        <p:spPr>
          <a:xfrm>
            <a:off x="822960" y="2240280"/>
            <a:ext cx="2971800" cy="2286000"/>
          </a:xfrm>
          <a:prstGeom prst="rect">
            <a:avLst/>
          </a:prstGeom>
          <a:noFill/>
          <a:ln/>
        </p:spPr>
        <p:txBody>
          <a:bodyPr wrap="square" lIns="0" tIns="0" rIns="0" bIns="0" rtlCol="0" anchor="t"/>
          <a:lstStyle/>
          <a:p>
            <a:pPr marL="0" indent="0">
              <a:buNone/>
            </a:pPr>
            <a:r>
              <a:rPr lang="en-US" sz="1400" b="1" dirty="0">
                <a:solidFill>
                  <a:schemeClr val="tx2"/>
                </a:solidFill>
                <a:latin typeface="+mj-lt"/>
              </a:rPr>
              <a:t>Why chosen</a:t>
            </a:r>
            <a:endParaRPr lang="en-US" sz="1400" dirty="0">
              <a:latin typeface="+mj-lt"/>
            </a:endParaRPr>
          </a:p>
          <a:p>
            <a:pPr>
              <a:spcAft>
                <a:spcPts val="1200"/>
              </a:spcAft>
            </a:pPr>
            <a:r>
              <a:rPr lang="en-IN" sz="1400" dirty="0">
                <a:latin typeface="+mj-lt"/>
              </a:rPr>
              <a:t>Provides strong prediction performance and handles complex relationships. </a:t>
            </a:r>
          </a:p>
          <a:p>
            <a:pPr>
              <a:spcAft>
                <a:spcPts val="1200"/>
              </a:spcAft>
            </a:pPr>
            <a:r>
              <a:rPr lang="en-US" sz="1400" b="1" dirty="0">
                <a:solidFill>
                  <a:schemeClr val="tx2"/>
                </a:solidFill>
                <a:latin typeface="+mj-lt"/>
              </a:rPr>
              <a:t>Key parameters</a:t>
            </a:r>
            <a:endParaRPr lang="en-US" sz="1400" dirty="0">
              <a:latin typeface="+mj-lt"/>
            </a:endParaRPr>
          </a:p>
          <a:p>
            <a:r>
              <a:rPr lang="en-IN" sz="1400" dirty="0">
                <a:latin typeface="+mj-lt"/>
              </a:rPr>
              <a:t>100 trees, random state = 42.</a:t>
            </a:r>
            <a:endParaRPr lang="en-US" sz="1400" dirty="0">
              <a:latin typeface="+mj-lt"/>
            </a:endParaRPr>
          </a:p>
        </p:txBody>
      </p:sp>
      <p:sp>
        <p:nvSpPr>
          <p:cNvPr id="9" name="Card"/>
          <p:cNvSpPr/>
          <p:nvPr/>
        </p:nvSpPr>
        <p:spPr>
          <a:xfrm>
            <a:off x="4334256" y="1371600"/>
            <a:ext cx="3520440" cy="3291840"/>
          </a:xfrm>
          <a:prstGeom prst="roundRect">
            <a:avLst>
              <a:gd name="adj" fmla="val 3333"/>
            </a:avLst>
          </a:prstGeom>
          <a:solidFill>
            <a:schemeClr val="bg2"/>
          </a:solidFill>
          <a:ln/>
        </p:spPr>
        <p:txBody>
          <a:bodyPr/>
          <a:lstStyle/>
          <a:p>
            <a:endParaRPr lang="en-IN"/>
          </a:p>
        </p:txBody>
      </p:sp>
      <p:sp>
        <p:nvSpPr>
          <p:cNvPr id="10" name="Icon badge"/>
          <p:cNvSpPr/>
          <p:nvPr/>
        </p:nvSpPr>
        <p:spPr>
          <a:xfrm>
            <a:off x="4608576" y="1554480"/>
            <a:ext cx="502920" cy="502920"/>
          </a:xfrm>
          <a:prstGeom prst="ellipse">
            <a:avLst/>
          </a:prstGeom>
          <a:solidFill>
            <a:schemeClr val="accent1"/>
          </a:solidFill>
          <a:ln/>
        </p:spPr>
        <p:txBody>
          <a:bodyPr/>
          <a:lstStyle/>
          <a:p>
            <a:endParaRPr lang="en-IN"/>
          </a:p>
        </p:txBody>
      </p:sp>
      <p:pic>
        <p:nvPicPr>
          <p:cNvPr id="11" name="Image 1" descr="Cogs icon"/>
          <p:cNvPicPr>
            <a:picLocks noChangeAspect="1"/>
          </p:cNvPicPr>
          <p:nvPr/>
        </p:nvPicPr>
        <p:blipFill>
          <a:blip r:embed="rId3"/>
          <a:stretch>
            <a:fillRect/>
          </a:stretch>
        </p:blipFill>
        <p:spPr>
          <a:xfrm>
            <a:off x="4719218" y="1665122"/>
            <a:ext cx="281635" cy="281635"/>
          </a:xfrm>
          <a:prstGeom prst="rect">
            <a:avLst/>
          </a:prstGeom>
        </p:spPr>
      </p:pic>
      <p:sp>
        <p:nvSpPr>
          <p:cNvPr id="12" name="Text 7"/>
          <p:cNvSpPr txBox="1"/>
          <p:nvPr/>
        </p:nvSpPr>
        <p:spPr>
          <a:xfrm>
            <a:off x="5294376"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Linear Regression</a:t>
            </a:r>
            <a:endParaRPr lang="en-US" sz="1800" dirty="0">
              <a:latin typeface="+mj-lt"/>
            </a:endParaRPr>
          </a:p>
        </p:txBody>
      </p:sp>
      <p:sp>
        <p:nvSpPr>
          <p:cNvPr id="13" name="Text 8"/>
          <p:cNvSpPr txBox="1"/>
          <p:nvPr/>
        </p:nvSpPr>
        <p:spPr>
          <a:xfrm>
            <a:off x="4608576" y="2240280"/>
            <a:ext cx="2971800" cy="2286000"/>
          </a:xfrm>
          <a:prstGeom prst="rect">
            <a:avLst/>
          </a:prstGeom>
          <a:noFill/>
          <a:ln/>
        </p:spPr>
        <p:txBody>
          <a:bodyPr wrap="square" lIns="0" tIns="0" rIns="0" bIns="0" rtlCol="0" anchor="t"/>
          <a:lstStyle/>
          <a:p>
            <a:pPr marL="0" indent="0">
              <a:buNone/>
            </a:pPr>
            <a:r>
              <a:rPr lang="en-US" sz="1400" b="1" dirty="0">
                <a:solidFill>
                  <a:schemeClr val="tx2"/>
                </a:solidFill>
                <a:latin typeface="+mj-lt"/>
              </a:rPr>
              <a:t>Why chosen</a:t>
            </a:r>
            <a:endParaRPr lang="en-US" sz="1400" dirty="0">
              <a:latin typeface="+mj-lt"/>
            </a:endParaRPr>
          </a:p>
          <a:p>
            <a:pPr>
              <a:spcAft>
                <a:spcPts val="1200"/>
              </a:spcAft>
            </a:pPr>
            <a:r>
              <a:rPr lang="en-IN" sz="1400" dirty="0">
                <a:latin typeface="+mj-lt"/>
              </a:rPr>
              <a:t>Used as a baseline model for comparison.</a:t>
            </a:r>
            <a:endParaRPr lang="en-US" sz="1400" dirty="0">
              <a:latin typeface="+mj-lt"/>
            </a:endParaRPr>
          </a:p>
          <a:p>
            <a:pPr marL="0" indent="0">
              <a:buNone/>
            </a:pPr>
            <a:r>
              <a:rPr lang="en-US" sz="1400" b="1" dirty="0">
                <a:solidFill>
                  <a:schemeClr val="tx2"/>
                </a:solidFill>
                <a:latin typeface="+mj-lt"/>
              </a:rPr>
              <a:t>Key parameters</a:t>
            </a:r>
            <a:endParaRPr lang="en-US" sz="1400" dirty="0">
              <a:latin typeface="+mj-lt"/>
            </a:endParaRPr>
          </a:p>
          <a:p>
            <a:r>
              <a:rPr lang="en-IN" sz="1400" dirty="0">
                <a:latin typeface="+mj-lt"/>
              </a:rPr>
              <a:t>Default Scikit-learn configuration.</a:t>
            </a:r>
            <a:endParaRPr lang="en-US" sz="1400" dirty="0">
              <a:latin typeface="+mj-lt"/>
            </a:endParaRPr>
          </a:p>
        </p:txBody>
      </p:sp>
      <p:sp>
        <p:nvSpPr>
          <p:cNvPr id="14" name="Card"/>
          <p:cNvSpPr/>
          <p:nvPr/>
        </p:nvSpPr>
        <p:spPr>
          <a:xfrm>
            <a:off x="8119872" y="1371600"/>
            <a:ext cx="3520440" cy="3291840"/>
          </a:xfrm>
          <a:prstGeom prst="roundRect">
            <a:avLst>
              <a:gd name="adj" fmla="val 3333"/>
            </a:avLst>
          </a:prstGeom>
          <a:solidFill>
            <a:schemeClr val="bg2"/>
          </a:solidFill>
          <a:ln/>
        </p:spPr>
        <p:txBody>
          <a:bodyPr/>
          <a:lstStyle/>
          <a:p>
            <a:endParaRPr lang="en-IN"/>
          </a:p>
        </p:txBody>
      </p:sp>
      <p:sp>
        <p:nvSpPr>
          <p:cNvPr id="15" name="Icon badge"/>
          <p:cNvSpPr/>
          <p:nvPr/>
        </p:nvSpPr>
        <p:spPr>
          <a:xfrm>
            <a:off x="8394192" y="1554480"/>
            <a:ext cx="502920" cy="502920"/>
          </a:xfrm>
          <a:prstGeom prst="ellipse">
            <a:avLst/>
          </a:prstGeom>
          <a:solidFill>
            <a:schemeClr val="accent1"/>
          </a:solidFill>
          <a:ln/>
        </p:spPr>
        <p:txBody>
          <a:bodyPr/>
          <a:lstStyle/>
          <a:p>
            <a:endParaRPr lang="en-IN"/>
          </a:p>
        </p:txBody>
      </p:sp>
      <p:pic>
        <p:nvPicPr>
          <p:cNvPr id="16" name="Image 2" descr="Cogs icon"/>
          <p:cNvPicPr>
            <a:picLocks noChangeAspect="1"/>
          </p:cNvPicPr>
          <p:nvPr/>
        </p:nvPicPr>
        <p:blipFill>
          <a:blip r:embed="rId3"/>
          <a:stretch>
            <a:fillRect/>
          </a:stretch>
        </p:blipFill>
        <p:spPr>
          <a:xfrm>
            <a:off x="8504834" y="1665122"/>
            <a:ext cx="281635" cy="281635"/>
          </a:xfrm>
          <a:prstGeom prst="rect">
            <a:avLst/>
          </a:prstGeom>
        </p:spPr>
      </p:pic>
      <p:sp>
        <p:nvSpPr>
          <p:cNvPr id="17" name="Text 11"/>
          <p:cNvSpPr txBox="1"/>
          <p:nvPr/>
        </p:nvSpPr>
        <p:spPr>
          <a:xfrm>
            <a:off x="9079992" y="1554480"/>
            <a:ext cx="2331720" cy="502920"/>
          </a:xfrm>
          <a:prstGeom prst="rect">
            <a:avLst/>
          </a:prstGeom>
          <a:noFill/>
          <a:ln/>
        </p:spPr>
        <p:txBody>
          <a:bodyPr wrap="square" lIns="0" tIns="0" rIns="0" bIns="0" rtlCol="0" anchor="ctr"/>
          <a:lstStyle/>
          <a:p>
            <a:pPr marL="0" indent="0">
              <a:buNone/>
            </a:pPr>
            <a:r>
              <a:rPr lang="en-US" b="1" dirty="0">
                <a:solidFill>
                  <a:schemeClr val="tx2"/>
                </a:solidFill>
                <a:latin typeface="+mj-lt"/>
              </a:rPr>
              <a:t>One-Hot Encoding</a:t>
            </a:r>
            <a:endParaRPr lang="en-US" sz="1800" dirty="0">
              <a:latin typeface="+mj-lt"/>
            </a:endParaRPr>
          </a:p>
        </p:txBody>
      </p:sp>
      <p:sp>
        <p:nvSpPr>
          <p:cNvPr id="18" name="Text 12"/>
          <p:cNvSpPr txBox="1"/>
          <p:nvPr/>
        </p:nvSpPr>
        <p:spPr>
          <a:xfrm>
            <a:off x="8394192" y="2240280"/>
            <a:ext cx="2971800" cy="2286000"/>
          </a:xfrm>
          <a:prstGeom prst="rect">
            <a:avLst/>
          </a:prstGeom>
          <a:noFill/>
          <a:ln/>
        </p:spPr>
        <p:txBody>
          <a:bodyPr wrap="square" lIns="0" tIns="0" rIns="0" bIns="0" rtlCol="0" anchor="t"/>
          <a:lstStyle/>
          <a:p>
            <a:pPr marL="0" indent="0">
              <a:buNone/>
            </a:pPr>
            <a:r>
              <a:rPr lang="en-US" sz="1400" b="1" dirty="0">
                <a:solidFill>
                  <a:schemeClr val="tx2"/>
                </a:solidFill>
                <a:latin typeface="+mj-lt"/>
              </a:rPr>
              <a:t>Why chosen</a:t>
            </a:r>
            <a:endParaRPr lang="en-US" sz="1400" dirty="0">
              <a:latin typeface="+mj-lt"/>
            </a:endParaRPr>
          </a:p>
          <a:p>
            <a:pPr>
              <a:spcAft>
                <a:spcPts val="1200"/>
              </a:spcAft>
            </a:pPr>
            <a:r>
              <a:rPr lang="en-IN" sz="1400" dirty="0">
                <a:latin typeface="+mj-lt"/>
              </a:rPr>
              <a:t>Converts categorical data into numerical format. </a:t>
            </a:r>
          </a:p>
          <a:p>
            <a:pPr>
              <a:spcAft>
                <a:spcPts val="1200"/>
              </a:spcAft>
            </a:pPr>
            <a:r>
              <a:rPr lang="en-US" sz="1400" b="1" dirty="0">
                <a:solidFill>
                  <a:schemeClr val="tx2"/>
                </a:solidFill>
                <a:latin typeface="+mj-lt"/>
              </a:rPr>
              <a:t>Key parameters</a:t>
            </a:r>
          </a:p>
          <a:p>
            <a:r>
              <a:rPr lang="en-IN" sz="1400" dirty="0">
                <a:latin typeface="+mj-lt"/>
              </a:rPr>
              <a:t>Country and Crop; </a:t>
            </a:r>
            <a:r>
              <a:rPr lang="en-IN" dirty="0" err="1">
                <a:latin typeface="+mj-lt"/>
              </a:rPr>
              <a:t>handle_unknown</a:t>
            </a:r>
            <a:r>
              <a:rPr lang="en-IN" dirty="0">
                <a:latin typeface="+mj-lt"/>
              </a:rPr>
              <a:t>="ignore"</a:t>
            </a:r>
            <a:r>
              <a:rPr lang="en-IN" sz="1400" dirty="0">
                <a:latin typeface="+mj-lt"/>
              </a:rPr>
              <a:t>.</a:t>
            </a:r>
            <a:endParaRPr lang="en-US" sz="1400" dirty="0">
              <a:latin typeface="+mj-lt"/>
            </a:endParaRPr>
          </a:p>
        </p:txBody>
      </p:sp>
      <p:sp>
        <p:nvSpPr>
          <p:cNvPr id="19" name="Card"/>
          <p:cNvSpPr/>
          <p:nvPr/>
        </p:nvSpPr>
        <p:spPr>
          <a:xfrm>
            <a:off x="548640" y="4937760"/>
            <a:ext cx="11091672" cy="822960"/>
          </a:xfrm>
          <a:prstGeom prst="roundRect">
            <a:avLst>
              <a:gd name="adj" fmla="val 13333"/>
            </a:avLst>
          </a:prstGeom>
          <a:solidFill>
            <a:schemeClr val="bg2"/>
          </a:solidFill>
          <a:ln/>
        </p:spPr>
        <p:txBody>
          <a:bodyPr/>
          <a:lstStyle/>
          <a:p>
            <a:endParaRPr lang="en-IN"/>
          </a:p>
        </p:txBody>
      </p:sp>
      <p:sp>
        <p:nvSpPr>
          <p:cNvPr id="20" name="Text 14"/>
          <p:cNvSpPr txBox="1"/>
          <p:nvPr/>
        </p:nvSpPr>
        <p:spPr>
          <a:xfrm>
            <a:off x="822960" y="5120640"/>
            <a:ext cx="10543032" cy="502920"/>
          </a:xfrm>
          <a:prstGeom prst="rect">
            <a:avLst/>
          </a:prstGeom>
          <a:noFill/>
          <a:ln/>
        </p:spPr>
        <p:txBody>
          <a:bodyPr wrap="square" lIns="0" tIns="0" rIns="0" bIns="0" rtlCol="0" anchor="ctr"/>
          <a:lstStyle/>
          <a:p>
            <a:r>
              <a:rPr lang="en-US" sz="1800" b="1" dirty="0">
                <a:solidFill>
                  <a:schemeClr val="tx2"/>
                </a:solidFill>
                <a:latin typeface="+mj-lt"/>
              </a:rPr>
              <a:t>Selection criteria: </a:t>
            </a:r>
            <a:r>
              <a:rPr lang="en-IN" dirty="0">
                <a:latin typeface="+mj-lt"/>
              </a:rPr>
              <a:t>Random Forest Regression was selected for the final crop-yield prediction model based on its evaluation results, achieving an R² score of 0.987643 (98.76%).</a:t>
            </a:r>
            <a:endParaRPr lang="en-US" sz="1800" dirty="0">
              <a:latin typeface="+mj-lt"/>
            </a:endParaRPr>
          </a:p>
        </p:txBody>
      </p:sp>
      <p:sp>
        <p:nvSpPr>
          <p:cNvPr id="21" name="Text 15"/>
          <p:cNvSpPr txBox="1"/>
          <p:nvPr/>
        </p:nvSpPr>
        <p:spPr>
          <a:xfrm>
            <a:off x="822960" y="5806440"/>
            <a:ext cx="10543032" cy="0"/>
          </a:xfrm>
          <a:prstGeom prst="rect">
            <a:avLst/>
          </a:prstGeom>
          <a:noFill/>
          <a:ln/>
        </p:spPr>
        <p:txBody>
          <a:bodyPr wrap="square" lIns="0" tIns="0" rIns="0" bIns="0" rtlCol="0" anchor="t"/>
          <a:lstStyle/>
          <a:p>
            <a:pPr marL="0" indent="0">
              <a:buNone/>
            </a:pP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Implementation / Model Building</a:t>
            </a:r>
            <a:endParaRPr lang="en-US" sz="3200" dirty="0"/>
          </a:p>
        </p:txBody>
      </p:sp>
      <p:sp>
        <p:nvSpPr>
          <p:cNvPr id="4" name="Card"/>
          <p:cNvSpPr/>
          <p:nvPr/>
        </p:nvSpPr>
        <p:spPr>
          <a:xfrm>
            <a:off x="548640" y="1371600"/>
            <a:ext cx="5394960" cy="1051560"/>
          </a:xfrm>
          <a:prstGeom prst="roundRect">
            <a:avLst>
              <a:gd name="adj" fmla="val 10435"/>
            </a:avLst>
          </a:prstGeom>
          <a:solidFill>
            <a:schemeClr val="bg2"/>
          </a:solidFill>
          <a:ln/>
        </p:spPr>
        <p:txBody>
          <a:bodyPr/>
          <a:lstStyle/>
          <a:p>
            <a:endParaRPr lang="en-IN"/>
          </a:p>
        </p:txBody>
      </p:sp>
      <p:sp>
        <p:nvSpPr>
          <p:cNvPr id="5" name="Text 2"/>
          <p:cNvSpPr txBox="1"/>
          <p:nvPr/>
        </p:nvSpPr>
        <p:spPr>
          <a:xfrm>
            <a:off x="822960" y="1481328"/>
            <a:ext cx="4846320" cy="320040"/>
          </a:xfrm>
          <a:prstGeom prst="rect">
            <a:avLst/>
          </a:prstGeom>
          <a:noFill/>
          <a:ln/>
        </p:spPr>
        <p:txBody>
          <a:bodyPr wrap="square" lIns="0" tIns="0" rIns="0" bIns="0" rtlCol="0" anchor="t"/>
          <a:lstStyle/>
          <a:p>
            <a:pPr marL="0" indent="0">
              <a:buNone/>
            </a:pPr>
            <a:r>
              <a:rPr lang="en-US" sz="1600" b="1" dirty="0">
                <a:solidFill>
                  <a:schemeClr val="tx2"/>
                </a:solidFill>
                <a:latin typeface="+mj-lt"/>
              </a:rPr>
              <a:t>Feature Selection</a:t>
            </a:r>
            <a:endParaRPr lang="en-US" sz="1600" dirty="0">
              <a:latin typeface="+mj-lt"/>
            </a:endParaRPr>
          </a:p>
        </p:txBody>
      </p:sp>
      <p:sp>
        <p:nvSpPr>
          <p:cNvPr id="6" name="Text 3"/>
          <p:cNvSpPr txBox="1"/>
          <p:nvPr/>
        </p:nvSpPr>
        <p:spPr>
          <a:xfrm>
            <a:off x="822960" y="1816331"/>
            <a:ext cx="4846320" cy="502920"/>
          </a:xfrm>
          <a:prstGeom prst="rect">
            <a:avLst/>
          </a:prstGeom>
          <a:noFill/>
          <a:ln/>
        </p:spPr>
        <p:txBody>
          <a:bodyPr wrap="square" lIns="0" tIns="0" rIns="0" bIns="0" rtlCol="0" anchor="t"/>
          <a:lstStyle/>
          <a:p>
            <a:pPr lvl="0"/>
            <a:r>
              <a:rPr lang="en-IN" sz="1400" dirty="0">
                <a:latin typeface="+mj-lt"/>
              </a:rPr>
              <a:t>Country, Crop, Year, Rainfall, Pesticides, Temperature</a:t>
            </a:r>
          </a:p>
          <a:p>
            <a:r>
              <a:rPr lang="en-IN" sz="1400" b="1" dirty="0">
                <a:latin typeface="+mj-lt"/>
              </a:rPr>
              <a:t>Target</a:t>
            </a:r>
            <a:r>
              <a:rPr lang="en-IN" sz="1400" dirty="0">
                <a:latin typeface="+mj-lt"/>
              </a:rPr>
              <a:t>:  Yield</a:t>
            </a:r>
          </a:p>
          <a:p>
            <a:pPr lvl="0"/>
            <a:endParaRPr lang="en-IN" sz="1400" dirty="0">
              <a:latin typeface="+mj-lt"/>
            </a:endParaRPr>
          </a:p>
        </p:txBody>
      </p:sp>
      <p:sp>
        <p:nvSpPr>
          <p:cNvPr id="7" name="Card"/>
          <p:cNvSpPr/>
          <p:nvPr/>
        </p:nvSpPr>
        <p:spPr>
          <a:xfrm>
            <a:off x="548640" y="2560319"/>
            <a:ext cx="5394960" cy="1169601"/>
          </a:xfrm>
          <a:prstGeom prst="roundRect">
            <a:avLst>
              <a:gd name="adj" fmla="val 10435"/>
            </a:avLst>
          </a:prstGeom>
          <a:solidFill>
            <a:schemeClr val="bg2"/>
          </a:solidFill>
          <a:ln/>
        </p:spPr>
        <p:txBody>
          <a:bodyPr/>
          <a:lstStyle/>
          <a:p>
            <a:endParaRPr lang="en-IN"/>
          </a:p>
        </p:txBody>
      </p:sp>
      <p:sp>
        <p:nvSpPr>
          <p:cNvPr id="8" name="Text 5"/>
          <p:cNvSpPr txBox="1"/>
          <p:nvPr/>
        </p:nvSpPr>
        <p:spPr>
          <a:xfrm>
            <a:off x="822960" y="2609781"/>
            <a:ext cx="4846320" cy="320040"/>
          </a:xfrm>
          <a:prstGeom prst="rect">
            <a:avLst/>
          </a:prstGeom>
          <a:noFill/>
          <a:ln/>
        </p:spPr>
        <p:txBody>
          <a:bodyPr wrap="square" lIns="0" tIns="0" rIns="0" bIns="0" rtlCol="0" anchor="t"/>
          <a:lstStyle/>
          <a:p>
            <a:pPr marL="0" indent="0">
              <a:buNone/>
            </a:pPr>
            <a:r>
              <a:rPr lang="en-US" sz="1600" b="1" dirty="0">
                <a:solidFill>
                  <a:schemeClr val="tx2"/>
                </a:solidFill>
                <a:latin typeface="+mj-lt"/>
              </a:rPr>
              <a:t>Preprocessing Pipeline</a:t>
            </a:r>
            <a:endParaRPr lang="en-US" sz="1600" dirty="0">
              <a:latin typeface="+mj-lt"/>
            </a:endParaRPr>
          </a:p>
        </p:txBody>
      </p:sp>
      <p:sp>
        <p:nvSpPr>
          <p:cNvPr id="9" name="Text 6"/>
          <p:cNvSpPr txBox="1"/>
          <p:nvPr/>
        </p:nvSpPr>
        <p:spPr>
          <a:xfrm>
            <a:off x="723346" y="2879944"/>
            <a:ext cx="5151121" cy="502920"/>
          </a:xfrm>
          <a:prstGeom prst="rect">
            <a:avLst/>
          </a:prstGeom>
          <a:noFill/>
          <a:ln/>
        </p:spPr>
        <p:txBody>
          <a:bodyPr wrap="square" lIns="0" tIns="0" rIns="0" bIns="0" rtlCol="0" anchor="t"/>
          <a:lstStyle/>
          <a:p>
            <a:pPr marL="285750" lvl="0" indent="-285750" algn="just">
              <a:buFont typeface="Arial" panose="020B0604020202020204" pitchFamily="34" charset="0"/>
              <a:buChar char="•"/>
            </a:pPr>
            <a:r>
              <a:rPr lang="en-IN" sz="1400" dirty="0">
                <a:latin typeface="+mj-lt"/>
              </a:rPr>
              <a:t>Country and Crop are encoded using One-Hot Encoding.</a:t>
            </a:r>
          </a:p>
          <a:p>
            <a:pPr marL="285750" lvl="0" indent="-285750" algn="just">
              <a:buFont typeface="Arial" panose="020B0604020202020204" pitchFamily="34" charset="0"/>
              <a:buChar char="•"/>
            </a:pPr>
            <a:r>
              <a:rPr lang="en-IN" sz="1400" dirty="0">
                <a:latin typeface="+mj-lt"/>
              </a:rPr>
              <a:t>Numerical features are passed through the pipeline.</a:t>
            </a:r>
          </a:p>
          <a:p>
            <a:pPr marL="285750" lvl="0" indent="-285750" algn="just">
              <a:buFont typeface="Arial" panose="020B0604020202020204" pitchFamily="34" charset="0"/>
              <a:buChar char="•"/>
            </a:pPr>
            <a:r>
              <a:rPr lang="en-IN" sz="1400" dirty="0">
                <a:latin typeface="+mj-lt"/>
              </a:rPr>
              <a:t>A Scikit-learn Pipeline combines preprocessing and model training.</a:t>
            </a:r>
          </a:p>
        </p:txBody>
      </p:sp>
      <p:sp>
        <p:nvSpPr>
          <p:cNvPr id="10" name="Card"/>
          <p:cNvSpPr/>
          <p:nvPr/>
        </p:nvSpPr>
        <p:spPr>
          <a:xfrm>
            <a:off x="548640" y="3893681"/>
            <a:ext cx="5394960" cy="1021219"/>
          </a:xfrm>
          <a:prstGeom prst="roundRect">
            <a:avLst>
              <a:gd name="adj" fmla="val 10435"/>
            </a:avLst>
          </a:prstGeom>
          <a:solidFill>
            <a:schemeClr val="bg2"/>
          </a:solidFill>
          <a:ln/>
        </p:spPr>
        <p:txBody>
          <a:bodyPr/>
          <a:lstStyle/>
          <a:p>
            <a:endParaRPr lang="en-IN"/>
          </a:p>
        </p:txBody>
      </p:sp>
      <p:sp>
        <p:nvSpPr>
          <p:cNvPr id="11" name="Text 8"/>
          <p:cNvSpPr txBox="1"/>
          <p:nvPr/>
        </p:nvSpPr>
        <p:spPr>
          <a:xfrm>
            <a:off x="822960" y="3928180"/>
            <a:ext cx="4846320" cy="320040"/>
          </a:xfrm>
          <a:prstGeom prst="rect">
            <a:avLst/>
          </a:prstGeom>
          <a:noFill/>
          <a:ln/>
        </p:spPr>
        <p:txBody>
          <a:bodyPr wrap="square" lIns="0" tIns="0" rIns="0" bIns="0" rtlCol="0" anchor="t"/>
          <a:lstStyle/>
          <a:p>
            <a:pPr marL="0" indent="0">
              <a:buNone/>
            </a:pPr>
            <a:r>
              <a:rPr lang="en-US" sz="1600" b="1" dirty="0">
                <a:solidFill>
                  <a:schemeClr val="tx2"/>
                </a:solidFill>
                <a:latin typeface="+mj-lt"/>
              </a:rPr>
              <a:t>Data Splitting</a:t>
            </a:r>
            <a:endParaRPr lang="en-US" sz="1600" dirty="0">
              <a:latin typeface="+mj-lt"/>
            </a:endParaRPr>
          </a:p>
        </p:txBody>
      </p:sp>
      <p:sp>
        <p:nvSpPr>
          <p:cNvPr id="12" name="Text 9"/>
          <p:cNvSpPr txBox="1"/>
          <p:nvPr/>
        </p:nvSpPr>
        <p:spPr>
          <a:xfrm>
            <a:off x="762000" y="4213721"/>
            <a:ext cx="4846320" cy="5029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rPr>
              <a:t>Training data: 80%</a:t>
            </a:r>
          </a:p>
          <a:p>
            <a:pPr marL="285750" lvl="0" indent="-285750">
              <a:buFont typeface="Arial" panose="020B0604020202020204" pitchFamily="34" charset="0"/>
              <a:buChar char="•"/>
            </a:pPr>
            <a:r>
              <a:rPr lang="en-IN" sz="1400" dirty="0">
                <a:latin typeface="+mj-lt"/>
              </a:rPr>
              <a:t>Testing data: 20%</a:t>
            </a:r>
          </a:p>
          <a:p>
            <a:pPr marL="285750" lvl="0" indent="-285750">
              <a:buFont typeface="Arial" panose="020B0604020202020204" pitchFamily="34" charset="0"/>
              <a:buChar char="•"/>
            </a:pPr>
            <a:r>
              <a:rPr lang="en-IN" sz="1400" dirty="0">
                <a:latin typeface="+mj-lt"/>
              </a:rPr>
              <a:t>Random state: 42</a:t>
            </a:r>
          </a:p>
        </p:txBody>
      </p:sp>
      <p:sp>
        <p:nvSpPr>
          <p:cNvPr id="13" name="Card"/>
          <p:cNvSpPr/>
          <p:nvPr/>
        </p:nvSpPr>
        <p:spPr>
          <a:xfrm>
            <a:off x="548640" y="5074919"/>
            <a:ext cx="5394960" cy="1051559"/>
          </a:xfrm>
          <a:prstGeom prst="roundRect">
            <a:avLst>
              <a:gd name="adj" fmla="val 10435"/>
            </a:avLst>
          </a:prstGeom>
          <a:solidFill>
            <a:schemeClr val="bg2"/>
          </a:solidFill>
          <a:ln/>
        </p:spPr>
        <p:txBody>
          <a:bodyPr/>
          <a:lstStyle/>
          <a:p>
            <a:endParaRPr lang="en-IN" dirty="0"/>
          </a:p>
        </p:txBody>
      </p:sp>
      <p:sp>
        <p:nvSpPr>
          <p:cNvPr id="14" name="Text 11"/>
          <p:cNvSpPr txBox="1"/>
          <p:nvPr/>
        </p:nvSpPr>
        <p:spPr>
          <a:xfrm>
            <a:off x="723346" y="5177373"/>
            <a:ext cx="4846320" cy="320040"/>
          </a:xfrm>
          <a:prstGeom prst="rect">
            <a:avLst/>
          </a:prstGeom>
          <a:noFill/>
          <a:ln/>
        </p:spPr>
        <p:txBody>
          <a:bodyPr wrap="square" lIns="0" tIns="0" rIns="0" bIns="0" rtlCol="0" anchor="t"/>
          <a:lstStyle/>
          <a:p>
            <a:pPr marL="0" indent="0">
              <a:buNone/>
            </a:pPr>
            <a:r>
              <a:rPr lang="en-US" sz="1600" b="1" dirty="0">
                <a:solidFill>
                  <a:schemeClr val="tx2"/>
                </a:solidFill>
                <a:latin typeface="+mj-lt"/>
              </a:rPr>
              <a:t>Configuration</a:t>
            </a:r>
            <a:endParaRPr lang="en-US" sz="1600" dirty="0">
              <a:latin typeface="+mj-lt"/>
            </a:endParaRPr>
          </a:p>
        </p:txBody>
      </p:sp>
      <p:sp>
        <p:nvSpPr>
          <p:cNvPr id="15" name="Text 12"/>
          <p:cNvSpPr txBox="1"/>
          <p:nvPr/>
        </p:nvSpPr>
        <p:spPr>
          <a:xfrm>
            <a:off x="723346" y="5463540"/>
            <a:ext cx="4846320" cy="5029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rPr>
              <a:t>Algorithm: Random Forest Regression</a:t>
            </a:r>
          </a:p>
          <a:p>
            <a:pPr marL="285750" lvl="0" indent="-285750">
              <a:buFont typeface="Arial" panose="020B0604020202020204" pitchFamily="34" charset="0"/>
              <a:buChar char="•"/>
            </a:pPr>
            <a:r>
              <a:rPr lang="en-IN" sz="1400" dirty="0">
                <a:latin typeface="+mj-lt"/>
              </a:rPr>
              <a:t>Number of estimators: 100</a:t>
            </a:r>
          </a:p>
          <a:p>
            <a:pPr marL="285750" lvl="0" indent="-285750">
              <a:buFont typeface="Arial" panose="020B0604020202020204" pitchFamily="34" charset="0"/>
              <a:buChar char="•"/>
            </a:pPr>
            <a:r>
              <a:rPr lang="en-IN" sz="1400" dirty="0">
                <a:latin typeface="+mj-lt"/>
              </a:rPr>
              <a:t>Random state: 42</a:t>
            </a:r>
          </a:p>
        </p:txBody>
      </p:sp>
      <p:sp>
        <p:nvSpPr>
          <p:cNvPr id="16" name="Code panel"/>
          <p:cNvSpPr/>
          <p:nvPr/>
        </p:nvSpPr>
        <p:spPr>
          <a:xfrm>
            <a:off x="6217920" y="1371600"/>
            <a:ext cx="5422392" cy="4572000"/>
          </a:xfrm>
          <a:prstGeom prst="roundRect">
            <a:avLst>
              <a:gd name="adj" fmla="val 2400"/>
            </a:avLst>
          </a:prstGeom>
          <a:solidFill>
            <a:schemeClr val="tx1"/>
          </a:solidFill>
          <a:ln/>
        </p:spPr>
        <p:txBody>
          <a:bodyPr/>
          <a:lstStyle/>
          <a:p>
            <a:endParaRPr lang="en-IN"/>
          </a:p>
        </p:txBody>
      </p:sp>
      <p:sp>
        <p:nvSpPr>
          <p:cNvPr id="17" name="Text 14"/>
          <p:cNvSpPr txBox="1"/>
          <p:nvPr/>
        </p:nvSpPr>
        <p:spPr>
          <a:xfrm>
            <a:off x="6492240" y="1554480"/>
            <a:ext cx="4846320" cy="274320"/>
          </a:xfrm>
          <a:prstGeom prst="rect">
            <a:avLst/>
          </a:prstGeom>
          <a:noFill/>
          <a:ln/>
        </p:spPr>
        <p:txBody>
          <a:bodyPr wrap="square" lIns="0" tIns="0" rIns="0" bIns="0" rtlCol="0" anchor="t"/>
          <a:lstStyle/>
          <a:p>
            <a:pPr marL="0" indent="0">
              <a:buNone/>
            </a:pPr>
            <a:r>
              <a:rPr lang="en-US" sz="1200" b="1" dirty="0">
                <a:solidFill>
                  <a:schemeClr val="accent2"/>
                </a:solidFill>
              </a:rPr>
              <a:t>Code snippet / pseudocode</a:t>
            </a:r>
            <a:endParaRPr lang="en-US" sz="1200" dirty="0"/>
          </a:p>
        </p:txBody>
      </p:sp>
      <p:sp>
        <p:nvSpPr>
          <p:cNvPr id="18" name="Text 15"/>
          <p:cNvSpPr txBox="1"/>
          <p:nvPr/>
        </p:nvSpPr>
        <p:spPr>
          <a:xfrm>
            <a:off x="6492240" y="1965960"/>
            <a:ext cx="4937760" cy="3749040"/>
          </a:xfrm>
          <a:prstGeom prst="rect">
            <a:avLst/>
          </a:prstGeom>
          <a:noFill/>
          <a:ln/>
        </p:spPr>
        <p:txBody>
          <a:bodyPr wrap="square" lIns="0" tIns="0" rIns="0" bIns="0" rtlCol="0" anchor="t"/>
          <a:lstStyle/>
          <a:p>
            <a:r>
              <a:rPr lang="en-US" sz="1300" dirty="0" err="1">
                <a:solidFill>
                  <a:schemeClr val="bg1"/>
                </a:solidFill>
                <a:latin typeface="Courier New" pitchFamily="34" charset="0"/>
                <a:ea typeface="Courier New" pitchFamily="34" charset="-122"/>
                <a:cs typeface="Courier New" pitchFamily="34" charset="-120"/>
              </a:rPr>
              <a:t>rf_model</a:t>
            </a:r>
            <a:r>
              <a:rPr lang="en-US" sz="1300" dirty="0">
                <a:solidFill>
                  <a:schemeClr val="bg1"/>
                </a:solidFill>
                <a:latin typeface="Courier New" pitchFamily="34" charset="0"/>
                <a:ea typeface="Courier New" pitchFamily="34" charset="-122"/>
                <a:cs typeface="Courier New" pitchFamily="34" charset="-120"/>
              </a:rPr>
              <a:t> = Pipeline([</a:t>
            </a:r>
          </a:p>
          <a:p>
            <a:r>
              <a:rPr lang="en-US" sz="1300" dirty="0">
                <a:solidFill>
                  <a:schemeClr val="bg1"/>
                </a:solidFill>
                <a:latin typeface="Courier New" pitchFamily="34" charset="0"/>
                <a:ea typeface="Courier New" pitchFamily="34" charset="-122"/>
                <a:cs typeface="Courier New" pitchFamily="34" charset="-120"/>
              </a:rPr>
              <a:t>    ("preprocessor", preprocessor),</a:t>
            </a:r>
          </a:p>
          <a:p>
            <a:r>
              <a:rPr lang="en-US" sz="1300" dirty="0">
                <a:solidFill>
                  <a:schemeClr val="bg1"/>
                </a:solidFill>
                <a:latin typeface="Courier New" pitchFamily="34" charset="0"/>
                <a:ea typeface="Courier New" pitchFamily="34" charset="-122"/>
                <a:cs typeface="Courier New" pitchFamily="34" charset="-120"/>
              </a:rPr>
              <a:t>    ("model", </a:t>
            </a:r>
            <a:r>
              <a:rPr lang="en-US" sz="1300" dirty="0" err="1">
                <a:solidFill>
                  <a:schemeClr val="bg1"/>
                </a:solidFill>
                <a:latin typeface="Courier New" pitchFamily="34" charset="0"/>
                <a:ea typeface="Courier New" pitchFamily="34" charset="-122"/>
                <a:cs typeface="Courier New" pitchFamily="34" charset="-120"/>
              </a:rPr>
              <a:t>RandomForestRegressor</a:t>
            </a:r>
            <a:r>
              <a:rPr lang="en-US" sz="1300" dirty="0">
                <a:solidFill>
                  <a:schemeClr val="bg1"/>
                </a:solidFill>
                <a:latin typeface="Courier New" pitchFamily="34" charset="0"/>
                <a:ea typeface="Courier New" pitchFamily="34" charset="-122"/>
                <a:cs typeface="Courier New" pitchFamily="34" charset="-120"/>
              </a:rPr>
              <a:t>(</a:t>
            </a:r>
          </a:p>
          <a:p>
            <a:r>
              <a:rPr lang="en-US" sz="1300" dirty="0">
                <a:solidFill>
                  <a:schemeClr val="bg1"/>
                </a:solidFill>
                <a:latin typeface="Courier New" pitchFamily="34" charset="0"/>
                <a:ea typeface="Courier New" pitchFamily="34" charset="-122"/>
                <a:cs typeface="Courier New" pitchFamily="34" charset="-120"/>
              </a:rPr>
              <a:t>        </a:t>
            </a:r>
            <a:r>
              <a:rPr lang="en-US" sz="1300" dirty="0" err="1">
                <a:solidFill>
                  <a:schemeClr val="bg1"/>
                </a:solidFill>
                <a:latin typeface="Courier New" pitchFamily="34" charset="0"/>
                <a:ea typeface="Courier New" pitchFamily="34" charset="-122"/>
                <a:cs typeface="Courier New" pitchFamily="34" charset="-120"/>
              </a:rPr>
              <a:t>n_estimators</a:t>
            </a:r>
            <a:r>
              <a:rPr lang="en-US" sz="1300" dirty="0">
                <a:solidFill>
                  <a:schemeClr val="bg1"/>
                </a:solidFill>
                <a:latin typeface="Courier New" pitchFamily="34" charset="0"/>
                <a:ea typeface="Courier New" pitchFamily="34" charset="-122"/>
                <a:cs typeface="Courier New" pitchFamily="34" charset="-120"/>
              </a:rPr>
              <a:t>=100,</a:t>
            </a:r>
          </a:p>
          <a:p>
            <a:r>
              <a:rPr lang="en-US" sz="1300" dirty="0">
                <a:solidFill>
                  <a:schemeClr val="bg1"/>
                </a:solidFill>
                <a:latin typeface="Courier New" pitchFamily="34" charset="0"/>
                <a:ea typeface="Courier New" pitchFamily="34" charset="-122"/>
                <a:cs typeface="Courier New" pitchFamily="34" charset="-120"/>
              </a:rPr>
              <a:t>        </a:t>
            </a:r>
            <a:r>
              <a:rPr lang="en-US" sz="1300" dirty="0" err="1">
                <a:solidFill>
                  <a:schemeClr val="bg1"/>
                </a:solidFill>
                <a:latin typeface="Courier New" pitchFamily="34" charset="0"/>
                <a:ea typeface="Courier New" pitchFamily="34" charset="-122"/>
                <a:cs typeface="Courier New" pitchFamily="34" charset="-120"/>
              </a:rPr>
              <a:t>random_state</a:t>
            </a:r>
            <a:r>
              <a:rPr lang="en-US" sz="1300" dirty="0">
                <a:solidFill>
                  <a:schemeClr val="bg1"/>
                </a:solidFill>
                <a:latin typeface="Courier New" pitchFamily="34" charset="0"/>
                <a:ea typeface="Courier New" pitchFamily="34" charset="-122"/>
                <a:cs typeface="Courier New" pitchFamily="34" charset="-120"/>
              </a:rPr>
              <a:t>=42,</a:t>
            </a:r>
          </a:p>
          <a:p>
            <a:r>
              <a:rPr lang="en-US" sz="1300" dirty="0">
                <a:solidFill>
                  <a:schemeClr val="bg1"/>
                </a:solidFill>
                <a:latin typeface="Courier New" pitchFamily="34" charset="0"/>
                <a:ea typeface="Courier New" pitchFamily="34" charset="-122"/>
                <a:cs typeface="Courier New" pitchFamily="34" charset="-120"/>
              </a:rPr>
              <a:t>        </a:t>
            </a:r>
            <a:r>
              <a:rPr lang="en-US" sz="1300" dirty="0" err="1">
                <a:solidFill>
                  <a:schemeClr val="bg1"/>
                </a:solidFill>
                <a:latin typeface="Courier New" pitchFamily="34" charset="0"/>
                <a:ea typeface="Courier New" pitchFamily="34" charset="-122"/>
                <a:cs typeface="Courier New" pitchFamily="34" charset="-120"/>
              </a:rPr>
              <a:t>n_jobs</a:t>
            </a:r>
            <a:r>
              <a:rPr lang="en-US" sz="1300" dirty="0">
                <a:solidFill>
                  <a:schemeClr val="bg1"/>
                </a:solidFill>
                <a:latin typeface="Courier New" pitchFamily="34" charset="0"/>
                <a:ea typeface="Courier New" pitchFamily="34" charset="-122"/>
                <a:cs typeface="Courier New" pitchFamily="34" charset="-120"/>
              </a:rPr>
              <a:t>=-1</a:t>
            </a:r>
          </a:p>
          <a:p>
            <a:r>
              <a:rPr lang="en-US" sz="1300" dirty="0">
                <a:solidFill>
                  <a:schemeClr val="bg1"/>
                </a:solidFill>
                <a:latin typeface="Courier New" pitchFamily="34" charset="0"/>
                <a:ea typeface="Courier New" pitchFamily="34" charset="-122"/>
                <a:cs typeface="Courier New" pitchFamily="34" charset="-120"/>
              </a:rPr>
              <a:t>    ))</a:t>
            </a:r>
          </a:p>
          <a:p>
            <a:r>
              <a:rPr lang="en-US" sz="1300" dirty="0">
                <a:solidFill>
                  <a:schemeClr val="bg1"/>
                </a:solidFill>
                <a:latin typeface="Courier New" pitchFamily="34" charset="0"/>
                <a:ea typeface="Courier New" pitchFamily="34" charset="-122"/>
                <a:cs typeface="Courier New" pitchFamily="34" charset="-120"/>
              </a:rPr>
              <a:t>])</a:t>
            </a:r>
          </a:p>
          <a:p>
            <a:endParaRPr lang="en-US" sz="1300" dirty="0">
              <a:solidFill>
                <a:schemeClr val="bg1"/>
              </a:solidFill>
              <a:latin typeface="Courier New" pitchFamily="34" charset="0"/>
              <a:ea typeface="Courier New" pitchFamily="34" charset="-122"/>
              <a:cs typeface="Courier New" pitchFamily="34" charset="-120"/>
            </a:endParaRPr>
          </a:p>
          <a:p>
            <a:r>
              <a:rPr lang="en-US" sz="1300" dirty="0" err="1">
                <a:solidFill>
                  <a:schemeClr val="bg1"/>
                </a:solidFill>
                <a:latin typeface="Courier New" pitchFamily="34" charset="0"/>
                <a:ea typeface="Courier New" pitchFamily="34" charset="-122"/>
                <a:cs typeface="Courier New" pitchFamily="34" charset="-120"/>
              </a:rPr>
              <a:t>rf_model.fit</a:t>
            </a:r>
            <a:r>
              <a:rPr lang="en-US" sz="1300" dirty="0">
                <a:solidFill>
                  <a:schemeClr val="bg1"/>
                </a:solidFill>
                <a:latin typeface="Courier New" pitchFamily="34" charset="0"/>
                <a:ea typeface="Courier New" pitchFamily="34" charset="-122"/>
                <a:cs typeface="Courier New" pitchFamily="34" charset="-120"/>
              </a:rPr>
              <a:t>(</a:t>
            </a:r>
            <a:r>
              <a:rPr lang="en-US" sz="1300" dirty="0" err="1">
                <a:solidFill>
                  <a:schemeClr val="bg1"/>
                </a:solidFill>
                <a:latin typeface="Courier New" pitchFamily="34" charset="0"/>
                <a:ea typeface="Courier New" pitchFamily="34" charset="-122"/>
                <a:cs typeface="Courier New" pitchFamily="34" charset="-120"/>
              </a:rPr>
              <a:t>X_train</a:t>
            </a:r>
            <a:r>
              <a:rPr lang="en-US" sz="1300" dirty="0">
                <a:solidFill>
                  <a:schemeClr val="bg1"/>
                </a:solidFill>
                <a:latin typeface="Courier New" pitchFamily="34" charset="0"/>
                <a:ea typeface="Courier New" pitchFamily="34" charset="-122"/>
                <a:cs typeface="Courier New" pitchFamily="34" charset="-120"/>
              </a:rPr>
              <a:t>, </a:t>
            </a:r>
            <a:r>
              <a:rPr lang="en-US" sz="1300" dirty="0" err="1">
                <a:solidFill>
                  <a:schemeClr val="bg1"/>
                </a:solidFill>
                <a:latin typeface="Courier New" pitchFamily="34" charset="0"/>
                <a:ea typeface="Courier New" pitchFamily="34" charset="-122"/>
                <a:cs typeface="Courier New" pitchFamily="34" charset="-120"/>
              </a:rPr>
              <a:t>y_train</a:t>
            </a:r>
            <a:r>
              <a:rPr lang="en-US" sz="1300" dirty="0">
                <a:solidFill>
                  <a:schemeClr val="bg1"/>
                </a:solidFill>
                <a:latin typeface="Courier New" pitchFamily="34" charset="0"/>
                <a:ea typeface="Courier New" pitchFamily="34" charset="-122"/>
                <a:cs typeface="Courier New" pitchFamily="34" charset="-120"/>
              </a:rPr>
              <a:t>)</a:t>
            </a:r>
          </a:p>
          <a:p>
            <a:endParaRPr lang="en-US" sz="1300" dirty="0">
              <a:solidFill>
                <a:schemeClr val="bg1"/>
              </a:solidFill>
              <a:latin typeface="Courier New" pitchFamily="34" charset="0"/>
              <a:ea typeface="Courier New" pitchFamily="34" charset="-122"/>
              <a:cs typeface="Courier New" pitchFamily="34" charset="-120"/>
            </a:endParaRPr>
          </a:p>
          <a:p>
            <a:r>
              <a:rPr lang="en-US" sz="1300" dirty="0" err="1">
                <a:solidFill>
                  <a:schemeClr val="bg1"/>
                </a:solidFill>
                <a:latin typeface="Courier New" pitchFamily="34" charset="0"/>
                <a:ea typeface="Courier New" pitchFamily="34" charset="-122"/>
                <a:cs typeface="Courier New" pitchFamily="34" charset="-120"/>
              </a:rPr>
              <a:t>rf_pred</a:t>
            </a:r>
            <a:r>
              <a:rPr lang="en-US" sz="1300" dirty="0">
                <a:solidFill>
                  <a:schemeClr val="bg1"/>
                </a:solidFill>
                <a:latin typeface="Courier New" pitchFamily="34" charset="0"/>
                <a:ea typeface="Courier New" pitchFamily="34" charset="-122"/>
                <a:cs typeface="Courier New" pitchFamily="34" charset="-120"/>
              </a:rPr>
              <a:t> = </a:t>
            </a:r>
            <a:r>
              <a:rPr lang="en-US" sz="1300" dirty="0" err="1">
                <a:solidFill>
                  <a:schemeClr val="bg1"/>
                </a:solidFill>
                <a:latin typeface="Courier New" pitchFamily="34" charset="0"/>
                <a:ea typeface="Courier New" pitchFamily="34" charset="-122"/>
                <a:cs typeface="Courier New" pitchFamily="34" charset="-120"/>
              </a:rPr>
              <a:t>rf_model.predict</a:t>
            </a:r>
            <a:r>
              <a:rPr lang="en-US" sz="1300" dirty="0">
                <a:solidFill>
                  <a:schemeClr val="bg1"/>
                </a:solidFill>
                <a:latin typeface="Courier New" pitchFamily="34" charset="0"/>
                <a:ea typeface="Courier New" pitchFamily="34" charset="-122"/>
                <a:cs typeface="Courier New" pitchFamily="34" charset="-120"/>
              </a:rPr>
              <a:t>(</a:t>
            </a:r>
            <a:r>
              <a:rPr lang="en-US" sz="1300" dirty="0" err="1">
                <a:solidFill>
                  <a:schemeClr val="bg1"/>
                </a:solidFill>
                <a:latin typeface="Courier New" pitchFamily="34" charset="0"/>
                <a:ea typeface="Courier New" pitchFamily="34" charset="-122"/>
                <a:cs typeface="Courier New" pitchFamily="34" charset="-120"/>
              </a:rPr>
              <a:t>X_test</a:t>
            </a:r>
            <a:r>
              <a:rPr lang="en-US" sz="1300" dirty="0">
                <a:solidFill>
                  <a:schemeClr val="bg1"/>
                </a:solidFill>
                <a:latin typeface="Courier New" pitchFamily="34" charset="0"/>
                <a:ea typeface="Courier New" pitchFamily="34" charset="-122"/>
                <a:cs typeface="Courier New" pitchFamily="34" charset="-120"/>
              </a:rPr>
              <a:t>)</a:t>
            </a:r>
          </a:p>
          <a:p>
            <a:endParaRPr lang="en-US" sz="1300" dirty="0">
              <a:solidFill>
                <a:schemeClr val="bg1"/>
              </a:solidFill>
              <a:latin typeface="Courier New" pitchFamily="34" charset="0"/>
              <a:cs typeface="Courier New" pitchFamily="34" charset="-120"/>
            </a:endParaRPr>
          </a:p>
          <a:p>
            <a:endParaRPr lang="en-US" sz="1300" dirty="0">
              <a:solidFill>
                <a:schemeClr val="bg2"/>
              </a:solidFill>
              <a:latin typeface="Courier New" pitchFamily="34" charset="0"/>
              <a:cs typeface="Courier New" pitchFamily="34" charset="-120"/>
            </a:endParaRPr>
          </a:p>
          <a:p>
            <a:r>
              <a:rPr lang="en-US" sz="1300" dirty="0" err="1">
                <a:solidFill>
                  <a:schemeClr val="bg2"/>
                </a:solidFill>
                <a:latin typeface="Courier New" panose="02070309020205020404" pitchFamily="49" charset="0"/>
                <a:cs typeface="Courier New" panose="02070309020205020404" pitchFamily="49" charset="0"/>
              </a:rPr>
              <a:t>joblib.dump</a:t>
            </a:r>
            <a:r>
              <a:rPr lang="en-US" sz="1300" dirty="0">
                <a:solidFill>
                  <a:schemeClr val="bg2"/>
                </a:solidFill>
                <a:latin typeface="Courier New" panose="02070309020205020404" pitchFamily="49" charset="0"/>
                <a:cs typeface="Courier New" panose="02070309020205020404" pitchFamily="49" charset="0"/>
              </a:rPr>
              <a:t>(</a:t>
            </a:r>
          </a:p>
          <a:p>
            <a:r>
              <a:rPr lang="en-US" sz="1300" dirty="0">
                <a:solidFill>
                  <a:schemeClr val="bg2"/>
                </a:solidFill>
                <a:latin typeface="Courier New" panose="02070309020205020404" pitchFamily="49" charset="0"/>
                <a:cs typeface="Courier New" panose="02070309020205020404" pitchFamily="49" charset="0"/>
              </a:rPr>
              <a:t>    </a:t>
            </a:r>
            <a:r>
              <a:rPr lang="en-US" sz="1300" dirty="0" err="1">
                <a:solidFill>
                  <a:schemeClr val="bg2"/>
                </a:solidFill>
                <a:latin typeface="Courier New" panose="02070309020205020404" pitchFamily="49" charset="0"/>
                <a:cs typeface="Courier New" panose="02070309020205020404" pitchFamily="49" charset="0"/>
              </a:rPr>
              <a:t>rf_model</a:t>
            </a:r>
            <a:r>
              <a:rPr lang="en-US" sz="1300" dirty="0">
                <a:solidFill>
                  <a:schemeClr val="bg2"/>
                </a:solidFill>
                <a:latin typeface="Courier New" panose="02070309020205020404" pitchFamily="49" charset="0"/>
                <a:cs typeface="Courier New" panose="02070309020205020404" pitchFamily="49" charset="0"/>
              </a:rPr>
              <a:t>,</a:t>
            </a:r>
          </a:p>
          <a:p>
            <a:r>
              <a:rPr lang="en-US" sz="1300" dirty="0">
                <a:solidFill>
                  <a:schemeClr val="bg2"/>
                </a:solidFill>
                <a:latin typeface="Courier New" panose="02070309020205020404" pitchFamily="49" charset="0"/>
                <a:cs typeface="Courier New" panose="02070309020205020404" pitchFamily="49" charset="0"/>
              </a:rPr>
              <a:t>    "../</a:t>
            </a:r>
            <a:r>
              <a:rPr lang="en-US" sz="1300" dirty="0" err="1">
                <a:solidFill>
                  <a:schemeClr val="bg2"/>
                </a:solidFill>
                <a:latin typeface="Courier New" panose="02070309020205020404" pitchFamily="49" charset="0"/>
                <a:cs typeface="Courier New" panose="02070309020205020404" pitchFamily="49" charset="0"/>
              </a:rPr>
              <a:t>src</a:t>
            </a:r>
            <a:r>
              <a:rPr lang="en-US" sz="1300" dirty="0">
                <a:solidFill>
                  <a:schemeClr val="bg2"/>
                </a:solidFill>
                <a:latin typeface="Courier New" panose="02070309020205020404" pitchFamily="49" charset="0"/>
                <a:cs typeface="Courier New" panose="02070309020205020404" pitchFamily="49" charset="0"/>
              </a:rPr>
              <a:t>/</a:t>
            </a:r>
            <a:r>
              <a:rPr lang="en-US" sz="1300" dirty="0" err="1">
                <a:solidFill>
                  <a:schemeClr val="bg2"/>
                </a:solidFill>
                <a:latin typeface="Courier New" panose="02070309020205020404" pitchFamily="49" charset="0"/>
                <a:cs typeface="Courier New" panose="02070309020205020404" pitchFamily="49" charset="0"/>
              </a:rPr>
              <a:t>crop_yield_model.pkl</a:t>
            </a:r>
            <a:r>
              <a:rPr lang="en-US" sz="1300" dirty="0">
                <a:solidFill>
                  <a:schemeClr val="bg2"/>
                </a:solidFill>
                <a:latin typeface="Courier New" panose="02070309020205020404" pitchFamily="49" charset="0"/>
                <a:cs typeface="Courier New" panose="02070309020205020404" pitchFamily="49" charset="0"/>
              </a:rPr>
              <a:t>"</a:t>
            </a:r>
          </a:p>
          <a:p>
            <a:r>
              <a:rPr lang="en-US" sz="1300" dirty="0">
                <a:solidFill>
                  <a:schemeClr val="bg2"/>
                </a:solidFill>
                <a:latin typeface="Courier New" panose="02070309020205020404" pitchFamily="49" charset="0"/>
                <a:cs typeface="Courier New" panose="02070309020205020404" pitchFamily="49" charset="0"/>
              </a:rPr>
              <a:t>)</a:t>
            </a: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Working Prototype / Output Screens</a:t>
            </a:r>
            <a:endParaRPr lang="en-US" sz="3200" dirty="0"/>
          </a:p>
        </p:txBody>
      </p:sp>
      <p:sp>
        <p:nvSpPr>
          <p:cNvPr id="4" name="Placeholder – replace with picture"/>
          <p:cNvSpPr/>
          <p:nvPr/>
        </p:nvSpPr>
        <p:spPr>
          <a:xfrm>
            <a:off x="548640" y="1371600"/>
            <a:ext cx="3520440" cy="370332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[Screenshot / photo 1]</a:t>
            </a:r>
            <a:endParaRPr lang="en-US" sz="1400" dirty="0"/>
          </a:p>
        </p:txBody>
      </p:sp>
      <p:sp>
        <p:nvSpPr>
          <p:cNvPr id="5" name="Text 2"/>
          <p:cNvSpPr txBox="1"/>
          <p:nvPr/>
        </p:nvSpPr>
        <p:spPr>
          <a:xfrm>
            <a:off x="548640" y="5257800"/>
            <a:ext cx="3520440" cy="822960"/>
          </a:xfrm>
          <a:prstGeom prst="rect">
            <a:avLst/>
          </a:prstGeom>
          <a:noFill/>
          <a:ln/>
        </p:spPr>
        <p:txBody>
          <a:bodyPr wrap="square" lIns="0" tIns="0" rIns="0" bIns="0" rtlCol="0" anchor="t"/>
          <a:lstStyle/>
          <a:p>
            <a:pPr marL="0" indent="0">
              <a:buNone/>
            </a:pPr>
            <a:r>
              <a:rPr lang="en-US" sz="1400" b="1" dirty="0">
                <a:solidFill>
                  <a:schemeClr val="tx2"/>
                </a:solidFill>
                <a:latin typeface="+mj-lt"/>
              </a:rPr>
              <a:t>Crop Analytics</a:t>
            </a:r>
          </a:p>
        </p:txBody>
      </p:sp>
      <p:sp>
        <p:nvSpPr>
          <p:cNvPr id="6" name="Placeholder – replace with picture"/>
          <p:cNvSpPr/>
          <p:nvPr/>
        </p:nvSpPr>
        <p:spPr>
          <a:xfrm>
            <a:off x="4334256" y="1371600"/>
            <a:ext cx="3520440" cy="370332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[Screenshot / photo 2]</a:t>
            </a:r>
            <a:endParaRPr lang="en-US" sz="1400" dirty="0"/>
          </a:p>
        </p:txBody>
      </p:sp>
      <p:sp>
        <p:nvSpPr>
          <p:cNvPr id="7" name="Text 4"/>
          <p:cNvSpPr txBox="1"/>
          <p:nvPr/>
        </p:nvSpPr>
        <p:spPr>
          <a:xfrm>
            <a:off x="4334256" y="5257800"/>
            <a:ext cx="3520440" cy="822960"/>
          </a:xfrm>
          <a:prstGeom prst="rect">
            <a:avLst/>
          </a:prstGeom>
          <a:noFill/>
          <a:ln/>
        </p:spPr>
        <p:txBody>
          <a:bodyPr wrap="square" lIns="0" tIns="0" rIns="0" bIns="0" rtlCol="0" anchor="t"/>
          <a:lstStyle/>
          <a:p>
            <a:pPr marL="0" indent="0">
              <a:buNone/>
            </a:pPr>
            <a:r>
              <a:rPr lang="en-US" sz="1400" b="1" dirty="0">
                <a:solidFill>
                  <a:schemeClr val="tx2"/>
                </a:solidFill>
                <a:latin typeface="+mj-lt"/>
              </a:rPr>
              <a:t>Weather Analytics</a:t>
            </a:r>
            <a:endParaRPr lang="en-US" sz="1400" dirty="0">
              <a:latin typeface="+mj-lt"/>
            </a:endParaRPr>
          </a:p>
        </p:txBody>
      </p:sp>
      <p:sp>
        <p:nvSpPr>
          <p:cNvPr id="8" name="Placeholder – replace with picture"/>
          <p:cNvSpPr/>
          <p:nvPr/>
        </p:nvSpPr>
        <p:spPr>
          <a:xfrm>
            <a:off x="8119872" y="1371600"/>
            <a:ext cx="3520440" cy="370332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[Screenshot / photo 3]</a:t>
            </a:r>
            <a:endParaRPr lang="en-US" sz="1400" dirty="0"/>
          </a:p>
        </p:txBody>
      </p:sp>
      <p:sp>
        <p:nvSpPr>
          <p:cNvPr id="9" name="Text 6"/>
          <p:cNvSpPr txBox="1"/>
          <p:nvPr/>
        </p:nvSpPr>
        <p:spPr>
          <a:xfrm>
            <a:off x="8119872" y="5257800"/>
            <a:ext cx="3520440" cy="822960"/>
          </a:xfrm>
          <a:prstGeom prst="rect">
            <a:avLst/>
          </a:prstGeom>
          <a:noFill/>
          <a:ln/>
        </p:spPr>
        <p:txBody>
          <a:bodyPr wrap="square" lIns="0" tIns="0" rIns="0" bIns="0" rtlCol="0" anchor="t"/>
          <a:lstStyle/>
          <a:p>
            <a:pPr marL="0" indent="0">
              <a:buNone/>
            </a:pPr>
            <a:r>
              <a:rPr lang="en-US" sz="1400" b="1" dirty="0">
                <a:solidFill>
                  <a:schemeClr val="tx2"/>
                </a:solidFill>
                <a:latin typeface="+mj-lt"/>
              </a:rPr>
              <a:t>Market Analytics</a:t>
            </a:r>
            <a:endParaRPr lang="en-US" sz="1400" dirty="0">
              <a:latin typeface="+mj-lt"/>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3" name="Picture 2">
            <a:extLst>
              <a:ext uri="{FF2B5EF4-FFF2-40B4-BE49-F238E27FC236}">
                <a16:creationId xmlns:a16="http://schemas.microsoft.com/office/drawing/2014/main" id="{7E737EC6-B91E-331A-5EE9-1527FE62DF82}"/>
              </a:ext>
            </a:extLst>
          </p:cNvPr>
          <p:cNvPicPr>
            <a:picLocks noChangeAspect="1"/>
          </p:cNvPicPr>
          <p:nvPr/>
        </p:nvPicPr>
        <p:blipFill>
          <a:blip r:embed="rId3"/>
          <a:stretch>
            <a:fillRect/>
          </a:stretch>
        </p:blipFill>
        <p:spPr>
          <a:xfrm>
            <a:off x="544576" y="1371600"/>
            <a:ext cx="3524504" cy="3703320"/>
          </a:xfrm>
          <a:prstGeom prst="rect">
            <a:avLst/>
          </a:prstGeom>
        </p:spPr>
      </p:pic>
      <p:pic>
        <p:nvPicPr>
          <p:cNvPr id="10" name="Picture 9">
            <a:extLst>
              <a:ext uri="{FF2B5EF4-FFF2-40B4-BE49-F238E27FC236}">
                <a16:creationId xmlns:a16="http://schemas.microsoft.com/office/drawing/2014/main" id="{CF614F2B-5B13-F3CC-6CF6-E9EBE3F564B3}"/>
              </a:ext>
            </a:extLst>
          </p:cNvPr>
          <p:cNvPicPr>
            <a:picLocks noChangeAspect="1"/>
          </p:cNvPicPr>
          <p:nvPr/>
        </p:nvPicPr>
        <p:blipFill>
          <a:blip r:embed="rId4"/>
          <a:stretch>
            <a:fillRect/>
          </a:stretch>
        </p:blipFill>
        <p:spPr>
          <a:xfrm>
            <a:off x="4334256" y="1371600"/>
            <a:ext cx="3520440" cy="3703320"/>
          </a:xfrm>
          <a:prstGeom prst="rect">
            <a:avLst/>
          </a:prstGeom>
        </p:spPr>
      </p:pic>
      <p:pic>
        <p:nvPicPr>
          <p:cNvPr id="11" name="Picture 10">
            <a:extLst>
              <a:ext uri="{FF2B5EF4-FFF2-40B4-BE49-F238E27FC236}">
                <a16:creationId xmlns:a16="http://schemas.microsoft.com/office/drawing/2014/main" id="{D6485C4E-6065-C337-243F-F7433299A87D}"/>
              </a:ext>
            </a:extLst>
          </p:cNvPr>
          <p:cNvPicPr>
            <a:picLocks noChangeAspect="1"/>
          </p:cNvPicPr>
          <p:nvPr/>
        </p:nvPicPr>
        <p:blipFill>
          <a:blip r:embed="rId5"/>
          <a:stretch>
            <a:fillRect/>
          </a:stretch>
        </p:blipFill>
        <p:spPr>
          <a:xfrm>
            <a:off x="8119872" y="1371600"/>
            <a:ext cx="3626646" cy="37033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Results &amp; Performance Comparison</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748206218"/>
              </p:ext>
            </p:extLst>
          </p:nvPr>
        </p:nvGraphicFramePr>
        <p:xfrm>
          <a:off x="7406640" y="1579418"/>
          <a:ext cx="4106487" cy="2286000"/>
        </p:xfrm>
        <a:graphic>
          <a:graphicData uri="http://schemas.openxmlformats.org/drawingml/2006/table">
            <a:tbl>
              <a:tblPr/>
              <a:tblGrid>
                <a:gridCol w="1829602">
                  <a:extLst>
                    <a:ext uri="{9D8B030D-6E8A-4147-A177-3AD203B41FA5}">
                      <a16:colId xmlns:a16="http://schemas.microsoft.com/office/drawing/2014/main" val="20000"/>
                    </a:ext>
                  </a:extLst>
                </a:gridCol>
                <a:gridCol w="2276885">
                  <a:extLst>
                    <a:ext uri="{9D8B030D-6E8A-4147-A177-3AD203B41FA5}">
                      <a16:colId xmlns:a16="http://schemas.microsoft.com/office/drawing/2014/main" val="20001"/>
                    </a:ext>
                  </a:extLst>
                </a:gridCol>
              </a:tblGrid>
              <a:tr h="457200">
                <a:tc>
                  <a:txBody>
                    <a:bodyPr/>
                    <a:lstStyle/>
                    <a:p>
                      <a:pPr algn="l"/>
                      <a:r>
                        <a:rPr sz="1200" b="1" dirty="0">
                          <a:solidFill>
                            <a:srgbClr val="FFFFFF"/>
                          </a:solidFill>
                          <a:latin typeface="+mj-lt"/>
                        </a:rPr>
                        <a:t>Metric</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algn="ctr"/>
                      <a:r>
                        <a:rPr sz="1200" b="1">
                          <a:solidFill>
                            <a:srgbClr val="FFFFFF"/>
                          </a:solidFill>
                          <a:latin typeface="+mj-lt"/>
                        </a:rPr>
                        <a:t>Recorded value</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57200">
                <a:tc>
                  <a:txBody>
                    <a:bodyPr/>
                    <a:lstStyle/>
                    <a:p>
                      <a:pPr algn="l"/>
                      <a:r>
                        <a:rPr sz="1200" b="1">
                          <a:solidFill>
                            <a:srgbClr val="202733"/>
                          </a:solidFill>
                          <a:latin typeface="+mj-lt"/>
                        </a:rPr>
                        <a:t>Mean Absolute Error (MAE)</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ctr"/>
                      <a:r>
                        <a:rPr sz="1200" b="0">
                          <a:solidFill>
                            <a:srgbClr val="202733"/>
                          </a:solidFill>
                          <a:latin typeface="+mj-lt"/>
                        </a:rPr>
                        <a:t>3466.6454</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l"/>
                      <a:r>
                        <a:rPr sz="1200" b="1" dirty="0">
                          <a:solidFill>
                            <a:srgbClr val="202733"/>
                          </a:solidFill>
                          <a:latin typeface="+mj-lt"/>
                        </a:rPr>
                        <a:t>Mean Squared Error (MSE)</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ctr"/>
                      <a:r>
                        <a:rPr sz="1200" b="0">
                          <a:solidFill>
                            <a:srgbClr val="202733"/>
                          </a:solidFill>
                          <a:latin typeface="+mj-lt"/>
                        </a:rPr>
                        <a:t>89633723.9258</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algn="l"/>
                      <a:r>
                        <a:rPr sz="1200" b="1">
                          <a:solidFill>
                            <a:srgbClr val="202733"/>
                          </a:solidFill>
                          <a:latin typeface="+mj-lt"/>
                        </a:rPr>
                        <a:t>Root Mean Squared Error</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ctr"/>
                      <a:r>
                        <a:rPr sz="1200" b="0">
                          <a:solidFill>
                            <a:srgbClr val="202733"/>
                          </a:solidFill>
                          <a:latin typeface="+mj-lt"/>
                        </a:rPr>
                        <a:t>9467.5089</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l"/>
                      <a:r>
                        <a:rPr sz="1200" b="1">
                          <a:solidFill>
                            <a:srgbClr val="202733"/>
                          </a:solidFill>
                          <a:latin typeface="+mj-lt"/>
                        </a:rPr>
                        <a:t>R² Score</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ctr"/>
                      <a:r>
                        <a:rPr sz="1200" b="0" dirty="0">
                          <a:solidFill>
                            <a:srgbClr val="202733"/>
                          </a:solidFill>
                          <a:latin typeface="+mj-lt"/>
                        </a:rPr>
                        <a:t>0.987643</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rd"/>
          <p:cNvSpPr/>
          <p:nvPr/>
        </p:nvSpPr>
        <p:spPr>
          <a:xfrm>
            <a:off x="7132320" y="4343400"/>
            <a:ext cx="4507992" cy="960120"/>
          </a:xfrm>
          <a:prstGeom prst="roundRect">
            <a:avLst>
              <a:gd name="adj" fmla="val 11429"/>
            </a:avLst>
          </a:prstGeom>
          <a:solidFill>
            <a:schemeClr val="accent1"/>
          </a:solidFill>
          <a:ln/>
        </p:spPr>
        <p:txBody>
          <a:bodyPr/>
          <a:lstStyle/>
          <a:p>
            <a:endParaRPr lang="en-IN"/>
          </a:p>
        </p:txBody>
      </p:sp>
      <p:sp>
        <p:nvSpPr>
          <p:cNvPr id="7" name="Text 2"/>
          <p:cNvSpPr txBox="1"/>
          <p:nvPr/>
        </p:nvSpPr>
        <p:spPr>
          <a:xfrm>
            <a:off x="7406640" y="4709160"/>
            <a:ext cx="3959352" cy="502920"/>
          </a:xfrm>
          <a:prstGeom prst="rect">
            <a:avLst/>
          </a:prstGeom>
          <a:noFill/>
          <a:ln/>
        </p:spPr>
        <p:txBody>
          <a:bodyPr wrap="square" lIns="0" tIns="0" rIns="0" bIns="0" rtlCol="0" anchor="ctr"/>
          <a:lstStyle/>
          <a:p>
            <a:r>
              <a:rPr lang="en-US" sz="1800" b="1" dirty="0">
                <a:solidFill>
                  <a:schemeClr val="bg1"/>
                </a:solidFill>
                <a:latin typeface="+mj-lt"/>
              </a:rPr>
              <a:t>Best recorder result:</a:t>
            </a:r>
          </a:p>
          <a:p>
            <a:r>
              <a:rPr lang="en-US" b="1" dirty="0">
                <a:solidFill>
                  <a:srgbClr val="FFFFFF"/>
                </a:solidFill>
                <a:latin typeface="+mj-lt"/>
              </a:rPr>
              <a:t>R² = 0.987643  |  98.76% on the evaluated test split</a:t>
            </a:r>
          </a:p>
          <a:p>
            <a:pPr marL="0" indent="0">
              <a:buNone/>
            </a:pPr>
            <a:endParaRPr lang="en-US" sz="1800" dirty="0">
              <a:latin typeface="+mj-lt"/>
            </a:endParaRPr>
          </a:p>
        </p:txBody>
      </p:sp>
      <p:sp>
        <p:nvSpPr>
          <p:cNvPr id="8" name="Text 3"/>
          <p:cNvSpPr txBox="1"/>
          <p:nvPr/>
        </p:nvSpPr>
        <p:spPr>
          <a:xfrm>
            <a:off x="7406640" y="5212080"/>
            <a:ext cx="3959352" cy="0"/>
          </a:xfrm>
          <a:prstGeom prst="rect">
            <a:avLst/>
          </a:prstGeom>
          <a:noFill/>
          <a:ln/>
        </p:spPr>
        <p:txBody>
          <a:bodyPr wrap="square" lIns="0" tIns="0" rIns="0" bIns="0" rtlCol="0" anchor="t"/>
          <a:lstStyle/>
          <a:p>
            <a:pPr marL="0" indent="0">
              <a:buNone/>
            </a:pPr>
            <a:endParaRPr lang="en-US" sz="1400" dirty="0"/>
          </a:p>
        </p:txBody>
      </p:sp>
      <p:sp>
        <p:nvSpPr>
          <p:cNvPr id="9" name="Text 4"/>
          <p:cNvSpPr txBox="1"/>
          <p:nvPr/>
        </p:nvSpPr>
        <p:spPr>
          <a:xfrm>
            <a:off x="548640" y="5577840"/>
            <a:ext cx="11091672" cy="320040"/>
          </a:xfrm>
          <a:prstGeom prst="rect">
            <a:avLst/>
          </a:prstGeom>
          <a:noFill/>
          <a:ln/>
        </p:spPr>
        <p:txBody>
          <a:bodyPr wrap="square" lIns="0" tIns="0" rIns="0" bIns="0" rtlCol="0" anchor="t"/>
          <a:lstStyle/>
          <a:p>
            <a:pPr marL="0" indent="0">
              <a:buNone/>
            </a:pP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3" name="Picture 2">
            <a:extLst>
              <a:ext uri="{FF2B5EF4-FFF2-40B4-BE49-F238E27FC236}">
                <a16:creationId xmlns:a16="http://schemas.microsoft.com/office/drawing/2014/main" id="{D2A3DAF7-12C5-991F-073E-6DC68E00F711}"/>
              </a:ext>
            </a:extLst>
          </p:cNvPr>
          <p:cNvPicPr>
            <a:picLocks noChangeAspect="1"/>
          </p:cNvPicPr>
          <p:nvPr/>
        </p:nvPicPr>
        <p:blipFill>
          <a:blip r:embed="rId3"/>
          <a:stretch>
            <a:fillRect/>
          </a:stretch>
        </p:blipFill>
        <p:spPr>
          <a:xfrm>
            <a:off x="678873" y="1460962"/>
            <a:ext cx="5731510" cy="384255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Analysis &amp; Key Findings</a:t>
            </a:r>
            <a:endParaRPr lang="en-US" sz="3200" dirty="0"/>
          </a:p>
        </p:txBody>
      </p:sp>
      <p:sp>
        <p:nvSpPr>
          <p:cNvPr id="4" name="Placeholder – replace with picture"/>
          <p:cNvSpPr/>
          <p:nvPr/>
        </p:nvSpPr>
        <p:spPr>
          <a:xfrm>
            <a:off x="548640" y="1371600"/>
            <a:ext cx="5943600" cy="475488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confusion matrix / feature importance /</a:t>
            </a:r>
            <a:endParaRPr lang="en-US" sz="1400" dirty="0"/>
          </a:p>
          <a:p>
            <a:pPr marL="0" indent="0" algn="ctr">
              <a:buNone/>
            </a:pPr>
            <a:r>
              <a:rPr lang="en-US" sz="1400" i="1" dirty="0">
                <a:solidFill>
                  <a:schemeClr val="tx2"/>
                </a:solidFill>
              </a:rPr>
              <a:t>ROC curve / output comparison]</a:t>
            </a:r>
            <a:endParaRPr lang="en-US" sz="1400" dirty="0"/>
          </a:p>
        </p:txBody>
      </p:sp>
      <p:sp>
        <p:nvSpPr>
          <p:cNvPr id="5" name="Card"/>
          <p:cNvSpPr/>
          <p:nvPr/>
        </p:nvSpPr>
        <p:spPr>
          <a:xfrm>
            <a:off x="6766560" y="1371600"/>
            <a:ext cx="4873752" cy="1645920"/>
          </a:xfrm>
          <a:prstGeom prst="roundRect">
            <a:avLst>
              <a:gd name="adj" fmla="val 6667"/>
            </a:avLst>
          </a:prstGeom>
          <a:solidFill>
            <a:schemeClr val="tx2"/>
          </a:solidFill>
          <a:ln/>
        </p:spPr>
        <p:txBody>
          <a:bodyPr/>
          <a:lstStyle/>
          <a:p>
            <a:endParaRPr lang="en-IN"/>
          </a:p>
        </p:txBody>
      </p:sp>
      <p:sp>
        <p:nvSpPr>
          <p:cNvPr id="6" name="Text 3"/>
          <p:cNvSpPr txBox="1"/>
          <p:nvPr/>
        </p:nvSpPr>
        <p:spPr>
          <a:xfrm>
            <a:off x="7040880" y="1508760"/>
            <a:ext cx="4297680" cy="868680"/>
          </a:xfrm>
          <a:prstGeom prst="rect">
            <a:avLst/>
          </a:prstGeom>
          <a:noFill/>
          <a:ln/>
        </p:spPr>
        <p:txBody>
          <a:bodyPr wrap="square" lIns="0" tIns="0" rIns="0" bIns="0" rtlCol="0" anchor="ctr"/>
          <a:lstStyle/>
          <a:p>
            <a:r>
              <a:rPr lang="en-US" sz="5400" b="1" dirty="0">
                <a:solidFill>
                  <a:schemeClr val="bg1"/>
                </a:solidFill>
                <a:latin typeface="Cambria" pitchFamily="34" charset="0"/>
                <a:ea typeface="Cambria" pitchFamily="34" charset="-122"/>
                <a:cs typeface="Cambria" pitchFamily="34" charset="-120"/>
              </a:rPr>
              <a:t>98.76%</a:t>
            </a:r>
            <a:endParaRPr lang="en-US" sz="5400" dirty="0"/>
          </a:p>
        </p:txBody>
      </p:sp>
      <p:sp>
        <p:nvSpPr>
          <p:cNvPr id="7" name="Text 4"/>
          <p:cNvSpPr txBox="1"/>
          <p:nvPr/>
        </p:nvSpPr>
        <p:spPr>
          <a:xfrm>
            <a:off x="7040880" y="2423160"/>
            <a:ext cx="4297680" cy="457200"/>
          </a:xfrm>
          <a:prstGeom prst="rect">
            <a:avLst/>
          </a:prstGeom>
          <a:noFill/>
          <a:ln/>
        </p:spPr>
        <p:txBody>
          <a:bodyPr wrap="square" lIns="0" tIns="0" rIns="0" bIns="0" rtlCol="0" anchor="t"/>
          <a:lstStyle/>
          <a:p>
            <a:r>
              <a:rPr lang="en-IN" sz="1600" dirty="0">
                <a:solidFill>
                  <a:schemeClr val="bg1"/>
                </a:solidFill>
                <a:latin typeface="+mj-lt"/>
              </a:rPr>
              <a:t>R² Score – Random Forest Regression Model</a:t>
            </a:r>
            <a:endParaRPr lang="en-US" sz="1600" dirty="0">
              <a:solidFill>
                <a:schemeClr val="bg1"/>
              </a:solidFill>
              <a:latin typeface="+mj-lt"/>
            </a:endParaRPr>
          </a:p>
        </p:txBody>
      </p:sp>
      <p:sp>
        <p:nvSpPr>
          <p:cNvPr id="8" name="Card"/>
          <p:cNvSpPr/>
          <p:nvPr/>
        </p:nvSpPr>
        <p:spPr>
          <a:xfrm>
            <a:off x="6766560" y="3246120"/>
            <a:ext cx="4873752" cy="2880360"/>
          </a:xfrm>
          <a:prstGeom prst="roundRect">
            <a:avLst>
              <a:gd name="adj" fmla="val 3810"/>
            </a:avLst>
          </a:prstGeom>
          <a:solidFill>
            <a:schemeClr val="bg2"/>
          </a:solidFill>
          <a:ln/>
        </p:spPr>
        <p:txBody>
          <a:bodyPr/>
          <a:lstStyle/>
          <a:p>
            <a:endParaRPr lang="en-IN"/>
          </a:p>
        </p:txBody>
      </p:sp>
      <p:sp>
        <p:nvSpPr>
          <p:cNvPr id="9" name="Text 6"/>
          <p:cNvSpPr txBox="1"/>
          <p:nvPr/>
        </p:nvSpPr>
        <p:spPr>
          <a:xfrm>
            <a:off x="7040880" y="3474720"/>
            <a:ext cx="4343400" cy="2468880"/>
          </a:xfrm>
          <a:prstGeom prst="rect">
            <a:avLst/>
          </a:prstGeom>
          <a:noFill/>
          <a:ln/>
        </p:spPr>
        <p:txBody>
          <a:bodyPr wrap="square" lIns="0" tIns="0" rIns="0" bIns="0" rtlCol="0" anchor="t"/>
          <a:lstStyle/>
          <a:p>
            <a:r>
              <a:rPr lang="en-US" sz="1600" b="1" dirty="0">
                <a:solidFill>
                  <a:schemeClr val="tx2"/>
                </a:solidFill>
                <a:latin typeface="+mj-lt"/>
              </a:rPr>
              <a:t>Interpretation: </a:t>
            </a:r>
            <a:r>
              <a:rPr lang="en-IN" sz="1600" dirty="0">
                <a:latin typeface="+mj-lt"/>
              </a:rPr>
              <a:t>The Random Forest model achieved an R² score of 98.76%, indicating a strong fit between actual and predicted crop yields. </a:t>
            </a:r>
          </a:p>
          <a:p>
            <a:r>
              <a:rPr lang="en-US" sz="1600" b="1" dirty="0">
                <a:solidFill>
                  <a:schemeClr val="tx2"/>
                </a:solidFill>
                <a:latin typeface="+mj-lt"/>
              </a:rPr>
              <a:t>Error analysis: </a:t>
            </a:r>
            <a:r>
              <a:rPr lang="en-IN" sz="1600" dirty="0">
                <a:latin typeface="+mj-lt"/>
              </a:rPr>
              <a:t>Prediction errors are measured using MAE and RMSE. Differences may occur due to variations in environmental and agricultural conditions. </a:t>
            </a:r>
          </a:p>
          <a:p>
            <a:r>
              <a:rPr lang="en-US" sz="1600" b="1" dirty="0">
                <a:solidFill>
                  <a:schemeClr val="tx2"/>
                </a:solidFill>
                <a:latin typeface="+mj-lt"/>
              </a:rPr>
              <a:t>Key drivers: </a:t>
            </a:r>
            <a:r>
              <a:rPr lang="en-IN" sz="1600" dirty="0">
                <a:latin typeface="+mj-lt"/>
              </a:rPr>
              <a:t>Country, Crop, Year, Rainfall, Pesticides and Temperature are the input features used for crop yield prediction.</a:t>
            </a:r>
            <a:endParaRPr lang="en-US" sz="1600" dirty="0">
              <a:latin typeface="+mj-lt"/>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3" name="Picture 2" descr="Feature Importance Plot | Python matplotlib - Plotivy">
            <a:extLst>
              <a:ext uri="{FF2B5EF4-FFF2-40B4-BE49-F238E27FC236}">
                <a16:creationId xmlns:a16="http://schemas.microsoft.com/office/drawing/2014/main" id="{DD7A8C09-1C34-AB54-CD62-49E57C269990}"/>
              </a:ext>
            </a:extLst>
          </p:cNvPr>
          <p:cNvPicPr>
            <a:picLocks noChangeAspect="1"/>
          </p:cNvPicPr>
          <p:nvPr/>
        </p:nvPicPr>
        <p:blipFill>
          <a:blip r:embed="rId3"/>
          <a:stretch>
            <a:fillRect/>
          </a:stretch>
        </p:blipFill>
        <p:spPr>
          <a:xfrm>
            <a:off x="482137" y="1371600"/>
            <a:ext cx="6028391" cy="480479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Testing &amp; Validation</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298140591"/>
              </p:ext>
            </p:extLst>
          </p:nvPr>
        </p:nvGraphicFramePr>
        <p:xfrm>
          <a:off x="548640" y="1371600"/>
          <a:ext cx="11091672" cy="2484120"/>
        </p:xfrm>
        <a:graphic>
          <a:graphicData uri="http://schemas.openxmlformats.org/drawingml/2006/table">
            <a:tbl>
              <a:tblPr/>
              <a:tblGrid>
                <a:gridCol w="11887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1307592">
                  <a:extLst>
                    <a:ext uri="{9D8B030D-6E8A-4147-A177-3AD203B41FA5}">
                      <a16:colId xmlns:a16="http://schemas.microsoft.com/office/drawing/2014/main" val="20004"/>
                    </a:ext>
                  </a:extLst>
                </a:gridCol>
              </a:tblGrid>
              <a:tr h="457200">
                <a:tc>
                  <a:txBody>
                    <a:bodyPr/>
                    <a:lstStyle/>
                    <a:p>
                      <a:pPr marL="0" indent="0">
                        <a:buNone/>
                      </a:pPr>
                      <a:r>
                        <a:rPr lang="en-US" sz="1400" b="1" dirty="0">
                          <a:solidFill>
                            <a:srgbClr val="FFFFFF"/>
                          </a:solidFill>
                          <a:latin typeface="+mj-lt"/>
                        </a:rPr>
                        <a:t>Test ID</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latin typeface="+mj-lt"/>
                        </a:rPr>
                        <a:t>Test Description</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latin typeface="+mj-lt"/>
                        </a:rPr>
                        <a:t>Expected Result</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latin typeface="+mj-lt"/>
                        </a:rPr>
                        <a:t>Actual Result</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latin typeface="+mj-lt"/>
                        </a:rPr>
                        <a:t>Status</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02920">
                <a:tc>
                  <a:txBody>
                    <a:bodyPr/>
                    <a:lstStyle/>
                    <a:p>
                      <a:pPr>
                        <a:buNone/>
                      </a:pPr>
                      <a:r>
                        <a:rPr lang="en-IN" sz="1400" dirty="0">
                          <a:latin typeface="+mj-lt"/>
                        </a:rPr>
                        <a:t>TC-01</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Dataset Loading</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Dataset loads successfully</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Verify execution</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To Verify</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buNone/>
                      </a:pPr>
                      <a:r>
                        <a:rPr lang="en-IN" sz="1400">
                          <a:latin typeface="+mj-lt"/>
                        </a:rPr>
                        <a:t>TC-02</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Data Preprocessing</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Data is cleaned and prepared</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Verify execution</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To Verify</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buNone/>
                      </a:pPr>
                      <a:r>
                        <a:rPr lang="en-IN" sz="1400">
                          <a:latin typeface="+mj-lt"/>
                        </a:rPr>
                        <a:t>TC-03</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Crop Yield Prediction</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Model generates a yield estimate</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Verify execution</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To Verify</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buNone/>
                      </a:pPr>
                      <a:r>
                        <a:rPr lang="en-IN" sz="1400">
                          <a:latin typeface="+mj-lt"/>
                        </a:rPr>
                        <a:t>TC-04</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Dashboard Testing</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dirty="0">
                          <a:latin typeface="+mj-lt"/>
                        </a:rPr>
                        <a:t>All modules display correctly</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Verify execution</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dirty="0">
                          <a:latin typeface="+mj-lt"/>
                        </a:rPr>
                        <a:t>To Verify</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Card"/>
          <p:cNvSpPr/>
          <p:nvPr/>
        </p:nvSpPr>
        <p:spPr>
          <a:xfrm>
            <a:off x="548640" y="4297680"/>
            <a:ext cx="3520440" cy="1783080"/>
          </a:xfrm>
          <a:prstGeom prst="roundRect">
            <a:avLst>
              <a:gd name="adj" fmla="val 6154"/>
            </a:avLst>
          </a:prstGeom>
          <a:solidFill>
            <a:schemeClr val="bg2"/>
          </a:solidFill>
          <a:ln/>
        </p:spPr>
        <p:txBody>
          <a:bodyPr/>
          <a:lstStyle/>
          <a:p>
            <a:endParaRPr lang="en-IN"/>
          </a:p>
        </p:txBody>
      </p:sp>
      <p:sp>
        <p:nvSpPr>
          <p:cNvPr id="6" name="Icon badge"/>
          <p:cNvSpPr/>
          <p:nvPr/>
        </p:nvSpPr>
        <p:spPr>
          <a:xfrm>
            <a:off x="822960" y="4480560"/>
            <a:ext cx="502920" cy="502920"/>
          </a:xfrm>
          <a:prstGeom prst="ellipse">
            <a:avLst/>
          </a:prstGeom>
          <a:solidFill>
            <a:schemeClr val="accent1"/>
          </a:solidFill>
          <a:ln/>
        </p:spPr>
        <p:txBody>
          <a:bodyPr/>
          <a:lstStyle/>
          <a:p>
            <a:endParaRPr lang="en-IN"/>
          </a:p>
        </p:txBody>
      </p:sp>
      <p:pic>
        <p:nvPicPr>
          <p:cNvPr id="7" name="Image 0" descr="CheckCircle icon"/>
          <p:cNvPicPr>
            <a:picLocks noChangeAspect="1"/>
          </p:cNvPicPr>
          <p:nvPr/>
        </p:nvPicPr>
        <p:blipFill>
          <a:blip r:embed="rId3"/>
          <a:stretch>
            <a:fillRect/>
          </a:stretch>
        </p:blipFill>
        <p:spPr>
          <a:xfrm>
            <a:off x="933602" y="4591202"/>
            <a:ext cx="281635" cy="281635"/>
          </a:xfrm>
          <a:prstGeom prst="rect">
            <a:avLst/>
          </a:prstGeom>
        </p:spPr>
      </p:pic>
      <p:sp>
        <p:nvSpPr>
          <p:cNvPr id="8" name="Text 3"/>
          <p:cNvSpPr txBox="1"/>
          <p:nvPr/>
        </p:nvSpPr>
        <p:spPr>
          <a:xfrm>
            <a:off x="1508760" y="448056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Functional Testing</a:t>
            </a:r>
            <a:endParaRPr lang="en-US" sz="1800" dirty="0">
              <a:latin typeface="+mj-lt"/>
            </a:endParaRPr>
          </a:p>
        </p:txBody>
      </p:sp>
      <p:sp>
        <p:nvSpPr>
          <p:cNvPr id="9" name="Text 4"/>
          <p:cNvSpPr txBox="1"/>
          <p:nvPr/>
        </p:nvSpPr>
        <p:spPr>
          <a:xfrm>
            <a:off x="822960" y="5166360"/>
            <a:ext cx="2971800" cy="777240"/>
          </a:xfrm>
          <a:prstGeom prst="rect">
            <a:avLst/>
          </a:prstGeom>
          <a:noFill/>
          <a:ln/>
        </p:spPr>
        <p:txBody>
          <a:bodyPr wrap="square" lIns="0" tIns="0" rIns="0" bIns="0" rtlCol="0" anchor="t"/>
          <a:lstStyle/>
          <a:p>
            <a:r>
              <a:rPr lang="en-IN" sz="1400" dirty="0">
                <a:latin typeface="+mj-lt"/>
              </a:rPr>
              <a:t>Dataset loading, preprocessing, prediction, and dashboard navigation</a:t>
            </a:r>
            <a:endParaRPr lang="en-US" sz="1400" dirty="0">
              <a:latin typeface="+mj-lt"/>
            </a:endParaRPr>
          </a:p>
        </p:txBody>
      </p:sp>
      <p:sp>
        <p:nvSpPr>
          <p:cNvPr id="10" name="Card"/>
          <p:cNvSpPr/>
          <p:nvPr/>
        </p:nvSpPr>
        <p:spPr>
          <a:xfrm>
            <a:off x="4334256" y="4297680"/>
            <a:ext cx="3520440" cy="1783080"/>
          </a:xfrm>
          <a:prstGeom prst="roundRect">
            <a:avLst>
              <a:gd name="adj" fmla="val 6154"/>
            </a:avLst>
          </a:prstGeom>
          <a:solidFill>
            <a:schemeClr val="bg2"/>
          </a:solidFill>
          <a:ln/>
        </p:spPr>
        <p:txBody>
          <a:bodyPr/>
          <a:lstStyle/>
          <a:p>
            <a:endParaRPr lang="en-IN"/>
          </a:p>
        </p:txBody>
      </p:sp>
      <p:sp>
        <p:nvSpPr>
          <p:cNvPr id="11" name="Icon badge"/>
          <p:cNvSpPr/>
          <p:nvPr/>
        </p:nvSpPr>
        <p:spPr>
          <a:xfrm>
            <a:off x="4608576" y="4480560"/>
            <a:ext cx="502920" cy="502920"/>
          </a:xfrm>
          <a:prstGeom prst="ellipse">
            <a:avLst/>
          </a:prstGeom>
          <a:solidFill>
            <a:schemeClr val="accent1"/>
          </a:solidFill>
          <a:ln/>
        </p:spPr>
        <p:txBody>
          <a:bodyPr/>
          <a:lstStyle/>
          <a:p>
            <a:endParaRPr lang="en-IN"/>
          </a:p>
        </p:txBody>
      </p:sp>
      <p:pic>
        <p:nvPicPr>
          <p:cNvPr id="12" name="Image 1" descr="SyncAlt icon"/>
          <p:cNvPicPr>
            <a:picLocks noChangeAspect="1"/>
          </p:cNvPicPr>
          <p:nvPr/>
        </p:nvPicPr>
        <p:blipFill>
          <a:blip r:embed="rId4"/>
          <a:stretch>
            <a:fillRect/>
          </a:stretch>
        </p:blipFill>
        <p:spPr>
          <a:xfrm>
            <a:off x="4719218" y="4591202"/>
            <a:ext cx="281635" cy="281635"/>
          </a:xfrm>
          <a:prstGeom prst="rect">
            <a:avLst/>
          </a:prstGeom>
        </p:spPr>
      </p:pic>
      <p:sp>
        <p:nvSpPr>
          <p:cNvPr id="13" name="Text 7"/>
          <p:cNvSpPr txBox="1"/>
          <p:nvPr/>
        </p:nvSpPr>
        <p:spPr>
          <a:xfrm>
            <a:off x="5294376" y="448056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Validation Method</a:t>
            </a:r>
            <a:endParaRPr lang="en-US" sz="1800" dirty="0">
              <a:latin typeface="+mj-lt"/>
            </a:endParaRPr>
          </a:p>
        </p:txBody>
      </p:sp>
      <p:sp>
        <p:nvSpPr>
          <p:cNvPr id="14" name="Text 8"/>
          <p:cNvSpPr txBox="1"/>
          <p:nvPr/>
        </p:nvSpPr>
        <p:spPr>
          <a:xfrm>
            <a:off x="4608576" y="5166360"/>
            <a:ext cx="2971800" cy="777240"/>
          </a:xfrm>
          <a:prstGeom prst="rect">
            <a:avLst/>
          </a:prstGeom>
          <a:noFill/>
          <a:ln/>
        </p:spPr>
        <p:txBody>
          <a:bodyPr wrap="square" lIns="0" tIns="0" rIns="0" bIns="0" rtlCol="0" anchor="t"/>
          <a:lstStyle/>
          <a:p>
            <a:r>
              <a:rPr lang="en-IN" sz="1400" dirty="0">
                <a:latin typeface="+mj-lt"/>
              </a:rPr>
              <a:t>Training and testing data split and model evaluation</a:t>
            </a:r>
            <a:endParaRPr lang="en-US" sz="1400" dirty="0">
              <a:latin typeface="+mj-lt"/>
            </a:endParaRPr>
          </a:p>
        </p:txBody>
      </p:sp>
      <p:sp>
        <p:nvSpPr>
          <p:cNvPr id="15" name="Card"/>
          <p:cNvSpPr/>
          <p:nvPr/>
        </p:nvSpPr>
        <p:spPr>
          <a:xfrm>
            <a:off x="8119872" y="4297680"/>
            <a:ext cx="3520440" cy="1783080"/>
          </a:xfrm>
          <a:prstGeom prst="roundRect">
            <a:avLst>
              <a:gd name="adj" fmla="val 6154"/>
            </a:avLst>
          </a:prstGeom>
          <a:solidFill>
            <a:schemeClr val="bg2"/>
          </a:solidFill>
          <a:ln/>
        </p:spPr>
        <p:txBody>
          <a:bodyPr/>
          <a:lstStyle/>
          <a:p>
            <a:endParaRPr lang="en-IN"/>
          </a:p>
        </p:txBody>
      </p:sp>
      <p:sp>
        <p:nvSpPr>
          <p:cNvPr id="16" name="Icon badge"/>
          <p:cNvSpPr/>
          <p:nvPr/>
        </p:nvSpPr>
        <p:spPr>
          <a:xfrm>
            <a:off x="8394192" y="4480560"/>
            <a:ext cx="502920" cy="502920"/>
          </a:xfrm>
          <a:prstGeom prst="ellipse">
            <a:avLst/>
          </a:prstGeom>
          <a:solidFill>
            <a:schemeClr val="accent1"/>
          </a:solidFill>
          <a:ln/>
        </p:spPr>
        <p:txBody>
          <a:bodyPr/>
          <a:lstStyle/>
          <a:p>
            <a:endParaRPr lang="en-IN"/>
          </a:p>
        </p:txBody>
      </p:sp>
      <p:pic>
        <p:nvPicPr>
          <p:cNvPr id="17" name="Image 2" descr="ChartLine icon"/>
          <p:cNvPicPr>
            <a:picLocks noChangeAspect="1"/>
          </p:cNvPicPr>
          <p:nvPr/>
        </p:nvPicPr>
        <p:blipFill>
          <a:blip r:embed="rId5"/>
          <a:stretch>
            <a:fillRect/>
          </a:stretch>
        </p:blipFill>
        <p:spPr>
          <a:xfrm>
            <a:off x="8504834" y="4591202"/>
            <a:ext cx="281635" cy="281635"/>
          </a:xfrm>
          <a:prstGeom prst="rect">
            <a:avLst/>
          </a:prstGeom>
        </p:spPr>
      </p:pic>
      <p:sp>
        <p:nvSpPr>
          <p:cNvPr id="18" name="Text 11"/>
          <p:cNvSpPr txBox="1"/>
          <p:nvPr/>
        </p:nvSpPr>
        <p:spPr>
          <a:xfrm>
            <a:off x="9079992" y="448056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Performance Testing</a:t>
            </a:r>
            <a:endParaRPr lang="en-US" sz="1800" dirty="0">
              <a:latin typeface="+mj-lt"/>
            </a:endParaRPr>
          </a:p>
        </p:txBody>
      </p:sp>
      <p:sp>
        <p:nvSpPr>
          <p:cNvPr id="3" name="Text 12"/>
          <p:cNvSpPr txBox="1"/>
          <p:nvPr/>
        </p:nvSpPr>
        <p:spPr>
          <a:xfrm>
            <a:off x="8394192" y="5166360"/>
            <a:ext cx="2971800" cy="777240"/>
          </a:xfrm>
          <a:prstGeom prst="rect">
            <a:avLst/>
          </a:prstGeom>
          <a:noFill/>
          <a:ln/>
        </p:spPr>
        <p:txBody>
          <a:bodyPr wrap="square" lIns="0" tIns="0" rIns="0" bIns="0" rtlCol="0" anchor="t"/>
          <a:lstStyle/>
          <a:p>
            <a:r>
              <a:rPr lang="en-IN" sz="1400" dirty="0">
                <a:latin typeface="+mj-lt"/>
              </a:rPr>
              <a:t>MAE, MSE, RMSE, and R² evaluation</a:t>
            </a:r>
            <a:endParaRPr lang="en-US" sz="1400" dirty="0">
              <a:latin typeface="+mj-lt"/>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Challenges &amp; Limitations</a:t>
            </a:r>
            <a:endParaRPr lang="en-US" sz="3200" dirty="0"/>
          </a:p>
        </p:txBody>
      </p:sp>
      <p:sp>
        <p:nvSpPr>
          <p:cNvPr id="4" name="Card"/>
          <p:cNvSpPr/>
          <p:nvPr/>
        </p:nvSpPr>
        <p:spPr>
          <a:xfrm>
            <a:off x="548640" y="1371600"/>
            <a:ext cx="5431536" cy="3566160"/>
          </a:xfrm>
          <a:prstGeom prst="roundRect">
            <a:avLst>
              <a:gd name="adj" fmla="val 3077"/>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Mountain icon"/>
          <p:cNvPicPr>
            <a:picLocks noChangeAspect="1"/>
          </p:cNvPicPr>
          <p:nvPr/>
        </p:nvPicPr>
        <p:blipFill>
          <a:blip r:embed="rId3"/>
          <a:stretch>
            <a:fillRect/>
          </a:stretch>
        </p:blipFill>
        <p:spPr>
          <a:xfrm>
            <a:off x="933602" y="1665122"/>
            <a:ext cx="281635" cy="281635"/>
          </a:xfrm>
          <a:prstGeom prst="rect">
            <a:avLst/>
          </a:prstGeom>
        </p:spPr>
      </p:pic>
      <p:sp>
        <p:nvSpPr>
          <p:cNvPr id="7" name="Text 3"/>
          <p:cNvSpPr txBox="1"/>
          <p:nvPr/>
        </p:nvSpPr>
        <p:spPr>
          <a:xfrm>
            <a:off x="1508760" y="1554480"/>
            <a:ext cx="4242816"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Challenges Faced</a:t>
            </a:r>
            <a:endParaRPr lang="en-US" sz="1800" dirty="0">
              <a:latin typeface="+mj-lt"/>
            </a:endParaRPr>
          </a:p>
        </p:txBody>
      </p:sp>
      <p:sp>
        <p:nvSpPr>
          <p:cNvPr id="8" name="Text 4"/>
          <p:cNvSpPr txBox="1"/>
          <p:nvPr/>
        </p:nvSpPr>
        <p:spPr>
          <a:xfrm>
            <a:off x="822960" y="2240280"/>
            <a:ext cx="4882896" cy="2560320"/>
          </a:xfrm>
          <a:prstGeom prst="rect">
            <a:avLst/>
          </a:prstGeom>
          <a:noFill/>
          <a:ln/>
        </p:spPr>
        <p:txBody>
          <a:bodyPr wrap="square" lIns="0" tIns="0" rIns="0" bIns="0" rtlCol="0" anchor="t"/>
          <a:lstStyle/>
          <a:p>
            <a:pPr marL="285750" lvl="0" indent="-285750" algn="just">
              <a:lnSpc>
                <a:spcPct val="150000"/>
              </a:lnSpc>
              <a:buFont typeface="Arial" panose="020B0604020202020204" pitchFamily="34" charset="0"/>
              <a:buChar char="•"/>
            </a:pPr>
            <a:r>
              <a:rPr lang="en-IN" sz="1600" dirty="0">
                <a:latin typeface="+mj-lt"/>
              </a:rPr>
              <a:t>Handling missing and inconsistent data.</a:t>
            </a:r>
          </a:p>
          <a:p>
            <a:pPr marL="285750" lvl="0" indent="-285750" algn="just">
              <a:lnSpc>
                <a:spcPct val="150000"/>
              </a:lnSpc>
              <a:buFont typeface="Arial" panose="020B0604020202020204" pitchFamily="34" charset="0"/>
              <a:buChar char="•"/>
            </a:pPr>
            <a:r>
              <a:rPr lang="en-IN" sz="1600" dirty="0">
                <a:latin typeface="+mj-lt"/>
              </a:rPr>
              <a:t>Integrating datasets with different structures.</a:t>
            </a:r>
          </a:p>
          <a:p>
            <a:pPr marL="285750" lvl="0" indent="-285750" algn="just">
              <a:lnSpc>
                <a:spcPct val="150000"/>
              </a:lnSpc>
              <a:buFont typeface="Arial" panose="020B0604020202020204" pitchFamily="34" charset="0"/>
              <a:buChar char="•"/>
            </a:pPr>
            <a:r>
              <a:rPr lang="en-IN" sz="1600" dirty="0">
                <a:latin typeface="+mj-lt"/>
              </a:rPr>
              <a:t>Preparing categorical features for machine learning.</a:t>
            </a:r>
          </a:p>
          <a:p>
            <a:pPr marL="285750" lvl="0" indent="-285750" algn="just">
              <a:lnSpc>
                <a:spcPct val="150000"/>
              </a:lnSpc>
              <a:buFont typeface="Arial" panose="020B0604020202020204" pitchFamily="34" charset="0"/>
              <a:buChar char="•"/>
            </a:pPr>
            <a:r>
              <a:rPr lang="en-IN" sz="1600" dirty="0">
                <a:latin typeface="+mj-lt"/>
              </a:rPr>
              <a:t>Presenting multiple agricultural indicators clearly.</a:t>
            </a:r>
          </a:p>
        </p:txBody>
      </p:sp>
      <p:sp>
        <p:nvSpPr>
          <p:cNvPr id="9" name="Card"/>
          <p:cNvSpPr/>
          <p:nvPr/>
        </p:nvSpPr>
        <p:spPr>
          <a:xfrm>
            <a:off x="6208776" y="1371600"/>
            <a:ext cx="5431536" cy="3566160"/>
          </a:xfrm>
          <a:prstGeom prst="roundRect">
            <a:avLst>
              <a:gd name="adj" fmla="val 3077"/>
            </a:avLst>
          </a:prstGeom>
          <a:solidFill>
            <a:schemeClr val="bg2"/>
          </a:solidFill>
          <a:ln/>
        </p:spPr>
        <p:txBody>
          <a:bodyPr/>
          <a:lstStyle/>
          <a:p>
            <a:endParaRPr lang="en-IN"/>
          </a:p>
        </p:txBody>
      </p:sp>
      <p:sp>
        <p:nvSpPr>
          <p:cNvPr id="10" name="Icon badge"/>
          <p:cNvSpPr/>
          <p:nvPr/>
        </p:nvSpPr>
        <p:spPr>
          <a:xfrm>
            <a:off x="6483096" y="1554480"/>
            <a:ext cx="502920" cy="502920"/>
          </a:xfrm>
          <a:prstGeom prst="ellipse">
            <a:avLst/>
          </a:prstGeom>
          <a:solidFill>
            <a:schemeClr val="accent4"/>
          </a:solidFill>
          <a:ln/>
        </p:spPr>
        <p:txBody>
          <a:bodyPr/>
          <a:lstStyle/>
          <a:p>
            <a:endParaRPr lang="en-IN"/>
          </a:p>
        </p:txBody>
      </p:sp>
      <p:pic>
        <p:nvPicPr>
          <p:cNvPr id="11" name="Image 1" descr="Ban icon"/>
          <p:cNvPicPr>
            <a:picLocks noChangeAspect="1"/>
          </p:cNvPicPr>
          <p:nvPr/>
        </p:nvPicPr>
        <p:blipFill>
          <a:blip r:embed="rId4"/>
          <a:stretch>
            <a:fillRect/>
          </a:stretch>
        </p:blipFill>
        <p:spPr>
          <a:xfrm>
            <a:off x="6593738" y="1665122"/>
            <a:ext cx="281635" cy="281635"/>
          </a:xfrm>
          <a:prstGeom prst="rect">
            <a:avLst/>
          </a:prstGeom>
        </p:spPr>
      </p:pic>
      <p:sp>
        <p:nvSpPr>
          <p:cNvPr id="12" name="Text 7"/>
          <p:cNvSpPr txBox="1"/>
          <p:nvPr/>
        </p:nvSpPr>
        <p:spPr>
          <a:xfrm>
            <a:off x="7168896" y="1554480"/>
            <a:ext cx="4242816"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Limitations</a:t>
            </a:r>
            <a:endParaRPr lang="en-US" sz="1800" dirty="0">
              <a:latin typeface="+mj-lt"/>
            </a:endParaRPr>
          </a:p>
        </p:txBody>
      </p:sp>
      <p:sp>
        <p:nvSpPr>
          <p:cNvPr id="13" name="Text 8"/>
          <p:cNvSpPr txBox="1"/>
          <p:nvPr/>
        </p:nvSpPr>
        <p:spPr>
          <a:xfrm>
            <a:off x="6483096" y="2240280"/>
            <a:ext cx="4882896" cy="2560320"/>
          </a:xfrm>
          <a:prstGeom prst="rect">
            <a:avLst/>
          </a:prstGeom>
          <a:noFill/>
          <a:ln/>
        </p:spPr>
        <p:txBody>
          <a:bodyPr wrap="square" lIns="0" tIns="0" rIns="0" bIns="0" rtlCol="0" anchor="t"/>
          <a:lstStyle/>
          <a:p>
            <a:pPr marL="285750" lvl="0" indent="-285750">
              <a:lnSpc>
                <a:spcPct val="150000"/>
              </a:lnSpc>
              <a:buFont typeface="Arial" panose="020B0604020202020204" pitchFamily="34" charset="0"/>
              <a:buChar char="•"/>
            </a:pPr>
            <a:r>
              <a:rPr lang="en-IN" sz="1600" dirty="0">
                <a:latin typeface="+mj-lt"/>
              </a:rPr>
              <a:t>Results depend on dataset quality.</a:t>
            </a:r>
          </a:p>
          <a:p>
            <a:pPr marL="285750" lvl="0" indent="-285750">
              <a:lnSpc>
                <a:spcPct val="150000"/>
              </a:lnSpc>
              <a:buFont typeface="Arial" panose="020B0604020202020204" pitchFamily="34" charset="0"/>
              <a:buChar char="•"/>
            </a:pPr>
            <a:r>
              <a:rPr lang="en-IN" sz="1600" dirty="0">
                <a:latin typeface="+mj-lt"/>
              </a:rPr>
              <a:t>Performance may differ on unseen data.</a:t>
            </a:r>
          </a:p>
          <a:p>
            <a:pPr marL="285750" lvl="0" indent="-285750">
              <a:lnSpc>
                <a:spcPct val="150000"/>
              </a:lnSpc>
              <a:buFont typeface="Arial" panose="020B0604020202020204" pitchFamily="34" charset="0"/>
              <a:buChar char="•"/>
            </a:pPr>
            <a:r>
              <a:rPr lang="en-IN" sz="1600" dirty="0">
                <a:latin typeface="+mj-lt"/>
              </a:rPr>
              <a:t>Yield predictions are estimates, not guarantees.</a:t>
            </a:r>
          </a:p>
          <a:p>
            <a:pPr marL="285750" lvl="0" indent="-285750">
              <a:lnSpc>
                <a:spcPct val="150000"/>
              </a:lnSpc>
              <a:buFont typeface="Arial" panose="020B0604020202020204" pitchFamily="34" charset="0"/>
              <a:buChar char="•"/>
            </a:pPr>
            <a:r>
              <a:rPr lang="en-IN" sz="1600" dirty="0">
                <a:latin typeface="+mj-lt"/>
              </a:rPr>
              <a:t>Real-time weather integration and market forecasting are potential enhancements.</a:t>
            </a: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Conclusion</a:t>
            </a:r>
            <a:endParaRPr lang="en-US" sz="3200" dirty="0"/>
          </a:p>
        </p:txBody>
      </p:sp>
      <p:sp>
        <p:nvSpPr>
          <p:cNvPr id="4" name="Card"/>
          <p:cNvSpPr/>
          <p:nvPr/>
        </p:nvSpPr>
        <p:spPr>
          <a:xfrm>
            <a:off x="465512" y="1508759"/>
            <a:ext cx="6766560" cy="4143895"/>
          </a:xfrm>
          <a:prstGeom prst="roundRect">
            <a:avLst>
              <a:gd name="adj" fmla="val 7742"/>
            </a:avLst>
          </a:prstGeom>
          <a:solidFill>
            <a:schemeClr val="bg2"/>
          </a:solidFill>
          <a:ln/>
        </p:spPr>
        <p:txBody>
          <a:bodyPr/>
          <a:lstStyle/>
          <a:p>
            <a:endParaRPr lang="en-IN"/>
          </a:p>
        </p:txBody>
      </p:sp>
      <p:sp>
        <p:nvSpPr>
          <p:cNvPr id="6" name="Text 3"/>
          <p:cNvSpPr txBox="1"/>
          <p:nvPr/>
        </p:nvSpPr>
        <p:spPr>
          <a:xfrm>
            <a:off x="1047403" y="3017520"/>
            <a:ext cx="5685906" cy="1213658"/>
          </a:xfrm>
          <a:prstGeom prst="rect">
            <a:avLst/>
          </a:prstGeom>
          <a:noFill/>
          <a:ln/>
        </p:spPr>
        <p:txBody>
          <a:bodyPr wrap="square" lIns="0" tIns="0" rIns="0" bIns="0" rtlCol="0" anchor="ctr"/>
          <a:lstStyle/>
          <a:p>
            <a:pPr marL="285750" lvl="0" indent="-285750">
              <a:lnSpc>
                <a:spcPct val="150000"/>
              </a:lnSpc>
              <a:buFont typeface="Arial" panose="020B0604020202020204" pitchFamily="34" charset="0"/>
              <a:buChar char="•"/>
            </a:pPr>
            <a:r>
              <a:rPr lang="en-IN" dirty="0">
                <a:latin typeface="+mj-lt"/>
                <a:cs typeface="Times New Roman" panose="02020603050405020304" pitchFamily="18" charset="0"/>
              </a:rPr>
              <a:t>Developed </a:t>
            </a:r>
            <a:r>
              <a:rPr lang="en-IN" dirty="0" err="1">
                <a:latin typeface="+mj-lt"/>
                <a:cs typeface="Times New Roman" panose="02020603050405020304" pitchFamily="18" charset="0"/>
              </a:rPr>
              <a:t>AgriIntelligence</a:t>
            </a:r>
            <a:r>
              <a:rPr lang="en-IN" dirty="0">
                <a:latin typeface="+mj-lt"/>
                <a:cs typeface="Times New Roman" panose="02020603050405020304" pitchFamily="18" charset="0"/>
              </a:rPr>
              <a:t>, an integrated agricultural analytics platform.</a:t>
            </a:r>
          </a:p>
          <a:p>
            <a:pPr marL="285750" lvl="0" indent="-285750">
              <a:lnSpc>
                <a:spcPct val="150000"/>
              </a:lnSpc>
              <a:buFont typeface="Arial" panose="020B0604020202020204" pitchFamily="34" charset="0"/>
              <a:buChar char="•"/>
            </a:pPr>
            <a:r>
              <a:rPr lang="en-IN" dirty="0" err="1">
                <a:latin typeface="+mj-lt"/>
                <a:cs typeface="Times New Roman" panose="02020603050405020304" pitchFamily="18" charset="0"/>
              </a:rPr>
              <a:t>Analyzed</a:t>
            </a:r>
            <a:r>
              <a:rPr lang="en-IN" dirty="0">
                <a:latin typeface="+mj-lt"/>
                <a:cs typeface="Times New Roman" panose="02020603050405020304" pitchFamily="18" charset="0"/>
              </a:rPr>
              <a:t> crop yield, weather conditions, agricultural factors and market prices.</a:t>
            </a:r>
          </a:p>
          <a:p>
            <a:pPr marL="285750" lvl="0" indent="-285750">
              <a:lnSpc>
                <a:spcPct val="150000"/>
              </a:lnSpc>
              <a:buFont typeface="Arial" panose="020B0604020202020204" pitchFamily="34" charset="0"/>
              <a:buChar char="•"/>
            </a:pPr>
            <a:r>
              <a:rPr lang="en-IN" dirty="0">
                <a:latin typeface="+mj-lt"/>
                <a:cs typeface="Times New Roman" panose="02020603050405020304" pitchFamily="18" charset="0"/>
              </a:rPr>
              <a:t>Performed data preprocessing and exploratory data analysis.</a:t>
            </a:r>
          </a:p>
          <a:p>
            <a:pPr marL="285750" lvl="0" indent="-285750">
              <a:lnSpc>
                <a:spcPct val="150000"/>
              </a:lnSpc>
              <a:buFont typeface="Arial" panose="020B0604020202020204" pitchFamily="34" charset="0"/>
              <a:buChar char="•"/>
            </a:pPr>
            <a:r>
              <a:rPr lang="en-IN" dirty="0">
                <a:latin typeface="+mj-lt"/>
                <a:cs typeface="Times New Roman" panose="02020603050405020304" pitchFamily="18" charset="0"/>
              </a:rPr>
              <a:t>Built a Random Forest Regression model for crop-yield prediction.</a:t>
            </a:r>
          </a:p>
          <a:p>
            <a:pPr marL="285750" lvl="0" indent="-285750">
              <a:lnSpc>
                <a:spcPct val="150000"/>
              </a:lnSpc>
              <a:buFont typeface="Arial" panose="020B0604020202020204" pitchFamily="34" charset="0"/>
              <a:buChar char="•"/>
            </a:pPr>
            <a:r>
              <a:rPr lang="en-IN" dirty="0">
                <a:latin typeface="+mj-lt"/>
                <a:cs typeface="Times New Roman" panose="02020603050405020304" pitchFamily="18" charset="0"/>
              </a:rPr>
              <a:t>Developed an interactive </a:t>
            </a:r>
            <a:r>
              <a:rPr lang="en-IN" dirty="0" err="1">
                <a:latin typeface="+mj-lt"/>
                <a:cs typeface="Times New Roman" panose="02020603050405020304" pitchFamily="18" charset="0"/>
              </a:rPr>
              <a:t>Streamlit</a:t>
            </a:r>
            <a:r>
              <a:rPr lang="en-IN" dirty="0">
                <a:latin typeface="+mj-lt"/>
                <a:cs typeface="Times New Roman" panose="02020603050405020304" pitchFamily="18" charset="0"/>
              </a:rPr>
              <a:t> dashboard.</a:t>
            </a:r>
          </a:p>
        </p:txBody>
      </p:sp>
      <p:sp>
        <p:nvSpPr>
          <p:cNvPr id="13" name="Card"/>
          <p:cNvSpPr/>
          <p:nvPr/>
        </p:nvSpPr>
        <p:spPr>
          <a:xfrm>
            <a:off x="7589520" y="1371600"/>
            <a:ext cx="4050792" cy="4617720"/>
          </a:xfrm>
          <a:prstGeom prst="roundRect">
            <a:avLst>
              <a:gd name="adj" fmla="val 2709"/>
            </a:avLst>
          </a:prstGeom>
          <a:solidFill>
            <a:schemeClr val="accent1"/>
          </a:solidFill>
          <a:ln/>
        </p:spPr>
        <p:txBody>
          <a:bodyPr/>
          <a:lstStyle/>
          <a:p>
            <a:endParaRPr lang="en-IN"/>
          </a:p>
        </p:txBody>
      </p:sp>
      <p:sp>
        <p:nvSpPr>
          <p:cNvPr id="14" name="Icon badge"/>
          <p:cNvSpPr/>
          <p:nvPr/>
        </p:nvSpPr>
        <p:spPr>
          <a:xfrm>
            <a:off x="7909560" y="1691640"/>
            <a:ext cx="640080" cy="640080"/>
          </a:xfrm>
          <a:prstGeom prst="ellipse">
            <a:avLst/>
          </a:prstGeom>
          <a:solidFill>
            <a:schemeClr val="accent2"/>
          </a:solidFill>
          <a:ln/>
        </p:spPr>
        <p:txBody>
          <a:bodyPr/>
          <a:lstStyle/>
          <a:p>
            <a:endParaRPr lang="en-IN"/>
          </a:p>
        </p:txBody>
      </p:sp>
      <p:pic>
        <p:nvPicPr>
          <p:cNvPr id="15" name="Image 0" descr="Bullseye icon"/>
          <p:cNvPicPr>
            <a:picLocks noChangeAspect="1"/>
          </p:cNvPicPr>
          <p:nvPr/>
        </p:nvPicPr>
        <p:blipFill>
          <a:blip r:embed="rId3"/>
          <a:stretch>
            <a:fillRect/>
          </a:stretch>
        </p:blipFill>
        <p:spPr>
          <a:xfrm>
            <a:off x="8050378" y="1832458"/>
            <a:ext cx="358445" cy="358445"/>
          </a:xfrm>
          <a:prstGeom prst="rect">
            <a:avLst/>
          </a:prstGeom>
        </p:spPr>
      </p:pic>
      <p:sp>
        <p:nvSpPr>
          <p:cNvPr id="16" name="Text 12"/>
          <p:cNvSpPr txBox="1"/>
          <p:nvPr/>
        </p:nvSpPr>
        <p:spPr>
          <a:xfrm>
            <a:off x="7909560" y="2560320"/>
            <a:ext cx="3474720" cy="365760"/>
          </a:xfrm>
          <a:prstGeom prst="rect">
            <a:avLst/>
          </a:prstGeom>
          <a:noFill/>
          <a:ln/>
        </p:spPr>
        <p:txBody>
          <a:bodyPr wrap="square" lIns="0" tIns="0" rIns="0" bIns="0" rtlCol="0" anchor="t"/>
          <a:lstStyle/>
          <a:p>
            <a:pPr marL="0" indent="0">
              <a:buNone/>
            </a:pPr>
            <a:r>
              <a:rPr lang="en-US" sz="2000" b="1" dirty="0">
                <a:solidFill>
                  <a:schemeClr val="bg1"/>
                </a:solidFill>
                <a:latin typeface="+mj-lt"/>
              </a:rPr>
              <a:t>Final Outcome</a:t>
            </a:r>
            <a:endParaRPr lang="en-US" sz="2000" dirty="0">
              <a:latin typeface="+mj-lt"/>
            </a:endParaRPr>
          </a:p>
        </p:txBody>
      </p:sp>
      <p:sp>
        <p:nvSpPr>
          <p:cNvPr id="17" name="Text 13"/>
          <p:cNvSpPr txBox="1"/>
          <p:nvPr/>
        </p:nvSpPr>
        <p:spPr>
          <a:xfrm>
            <a:off x="7909560" y="3017520"/>
            <a:ext cx="3474720" cy="914400"/>
          </a:xfrm>
          <a:prstGeom prst="rect">
            <a:avLst/>
          </a:prstGeom>
          <a:noFill/>
          <a:ln/>
        </p:spPr>
        <p:txBody>
          <a:bodyPr wrap="square" lIns="0" tIns="0" rIns="0" bIns="0" rtlCol="0" anchor="ctr"/>
          <a:lstStyle/>
          <a:p>
            <a:pPr marL="0" indent="0">
              <a:buNone/>
            </a:pPr>
            <a:r>
              <a:rPr lang="en-US" sz="5400" b="1" dirty="0">
                <a:solidFill>
                  <a:schemeClr val="bg1"/>
                </a:solidFill>
                <a:latin typeface="Cambria" pitchFamily="34" charset="0"/>
                <a:ea typeface="Cambria" pitchFamily="34" charset="-122"/>
                <a:cs typeface="Cambria" pitchFamily="34" charset="-120"/>
              </a:rPr>
              <a:t>[98.76%]</a:t>
            </a:r>
            <a:endParaRPr lang="en-US" sz="5400" dirty="0"/>
          </a:p>
        </p:txBody>
      </p:sp>
      <p:sp>
        <p:nvSpPr>
          <p:cNvPr id="18" name="Text 14"/>
          <p:cNvSpPr txBox="1"/>
          <p:nvPr/>
        </p:nvSpPr>
        <p:spPr>
          <a:xfrm>
            <a:off x="7909560" y="4114800"/>
            <a:ext cx="3474720" cy="1097280"/>
          </a:xfrm>
          <a:prstGeom prst="rect">
            <a:avLst/>
          </a:prstGeom>
          <a:noFill/>
          <a:ln/>
        </p:spPr>
        <p:txBody>
          <a:bodyPr wrap="square" lIns="0" tIns="0" rIns="0" bIns="0" rtlCol="0" anchor="t"/>
          <a:lstStyle/>
          <a:p>
            <a:r>
              <a:rPr lang="en-IN" sz="1600" dirty="0">
                <a:solidFill>
                  <a:schemeClr val="bg1"/>
                </a:solidFill>
                <a:latin typeface="+mj-lt"/>
              </a:rPr>
              <a:t>R² Score</a:t>
            </a:r>
          </a:p>
          <a:p>
            <a:r>
              <a:rPr lang="en-IN" sz="1600" dirty="0">
                <a:solidFill>
                  <a:schemeClr val="bg1"/>
                </a:solidFill>
                <a:latin typeface="+mj-lt"/>
              </a:rPr>
              <a:t>MAE: 3,466.65</a:t>
            </a:r>
          </a:p>
          <a:p>
            <a:r>
              <a:rPr lang="en-IN" sz="1600" dirty="0">
                <a:solidFill>
                  <a:schemeClr val="bg1"/>
                </a:solidFill>
                <a:latin typeface="+mj-lt"/>
              </a:rPr>
              <a:t>RMSE: 9,467.51</a:t>
            </a: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Future Scope &amp; Applications</a:t>
            </a:r>
            <a:endParaRPr lang="en-US" sz="3200" dirty="0"/>
          </a:p>
        </p:txBody>
      </p:sp>
      <p:sp>
        <p:nvSpPr>
          <p:cNvPr id="4" name="Card"/>
          <p:cNvSpPr/>
          <p:nvPr/>
        </p:nvSpPr>
        <p:spPr>
          <a:xfrm>
            <a:off x="548640" y="1371600"/>
            <a:ext cx="6766560" cy="1051560"/>
          </a:xfrm>
          <a:prstGeom prst="roundRect">
            <a:avLst>
              <a:gd name="adj" fmla="val 10435"/>
            </a:avLst>
          </a:prstGeom>
          <a:solidFill>
            <a:schemeClr val="bg2"/>
          </a:solidFill>
          <a:ln/>
        </p:spPr>
        <p:txBody>
          <a:bodyPr/>
          <a:lstStyle/>
          <a:p>
            <a:endParaRPr lang="en-IN"/>
          </a:p>
        </p:txBody>
      </p:sp>
      <p:sp>
        <p:nvSpPr>
          <p:cNvPr id="5" name="Icon badge"/>
          <p:cNvSpPr/>
          <p:nvPr/>
        </p:nvSpPr>
        <p:spPr>
          <a:xfrm>
            <a:off x="822960" y="1645920"/>
            <a:ext cx="502920" cy="502920"/>
          </a:xfrm>
          <a:prstGeom prst="ellipse">
            <a:avLst/>
          </a:prstGeom>
          <a:solidFill>
            <a:schemeClr val="accent1"/>
          </a:solidFill>
          <a:ln/>
        </p:spPr>
        <p:txBody>
          <a:bodyPr/>
          <a:lstStyle/>
          <a:p>
            <a:endParaRPr lang="en-IN"/>
          </a:p>
        </p:txBody>
      </p:sp>
      <p:pic>
        <p:nvPicPr>
          <p:cNvPr id="6" name="Image 0" descr="ChartLine icon"/>
          <p:cNvPicPr>
            <a:picLocks noChangeAspect="1"/>
          </p:cNvPicPr>
          <p:nvPr/>
        </p:nvPicPr>
        <p:blipFill>
          <a:blip r:embed="rId3"/>
          <a:stretch>
            <a:fillRect/>
          </a:stretch>
        </p:blipFill>
        <p:spPr>
          <a:xfrm>
            <a:off x="933602" y="1756562"/>
            <a:ext cx="281635" cy="281635"/>
          </a:xfrm>
          <a:prstGeom prst="rect">
            <a:avLst/>
          </a:prstGeom>
        </p:spPr>
      </p:pic>
      <p:sp>
        <p:nvSpPr>
          <p:cNvPr id="7" name="Text 3"/>
          <p:cNvSpPr txBox="1"/>
          <p:nvPr/>
        </p:nvSpPr>
        <p:spPr>
          <a:xfrm>
            <a:off x="1600200" y="1463040"/>
            <a:ext cx="5486400" cy="868680"/>
          </a:xfrm>
          <a:prstGeom prst="rect">
            <a:avLst/>
          </a:prstGeom>
          <a:noFill/>
          <a:ln/>
        </p:spPr>
        <p:txBody>
          <a:bodyPr wrap="square" lIns="0" tIns="0" rIns="0" bIns="0" rtlCol="0" anchor="ctr"/>
          <a:lstStyle/>
          <a:p>
            <a:pPr marL="0" indent="0">
              <a:buNone/>
            </a:pPr>
            <a:r>
              <a:rPr lang="en-US" sz="1800" b="1" dirty="0">
                <a:solidFill>
                  <a:schemeClr val="tx2"/>
                </a:solidFill>
                <a:latin typeface="+mj-lt"/>
              </a:rPr>
              <a:t>Improve Performance</a:t>
            </a:r>
            <a:endParaRPr lang="en-US" sz="1400" dirty="0">
              <a:latin typeface="+mj-lt"/>
            </a:endParaRPr>
          </a:p>
          <a:p>
            <a:pPr marL="285750" lvl="0" indent="-285750" algn="just">
              <a:buFont typeface="Arial" panose="020B0604020202020204" pitchFamily="34" charset="0"/>
              <a:buChar char="•"/>
            </a:pPr>
            <a:r>
              <a:rPr lang="en-IN" sz="1400" dirty="0">
                <a:latin typeface="+mj-lt"/>
              </a:rPr>
              <a:t>Tune the Random Forest model for better prediction performance.</a:t>
            </a:r>
          </a:p>
          <a:p>
            <a:pPr marL="285750" lvl="0" indent="-285750" algn="just">
              <a:buFont typeface="Arial" panose="020B0604020202020204" pitchFamily="34" charset="0"/>
              <a:buChar char="•"/>
            </a:pPr>
            <a:r>
              <a:rPr lang="en-IN" sz="1400" dirty="0">
                <a:latin typeface="+mj-lt"/>
              </a:rPr>
              <a:t>Explore additional machine-learning algorithms.</a:t>
            </a:r>
          </a:p>
        </p:txBody>
      </p:sp>
      <p:sp>
        <p:nvSpPr>
          <p:cNvPr id="8" name="Card"/>
          <p:cNvSpPr/>
          <p:nvPr/>
        </p:nvSpPr>
        <p:spPr>
          <a:xfrm>
            <a:off x="548640" y="2560320"/>
            <a:ext cx="6766560" cy="1051560"/>
          </a:xfrm>
          <a:prstGeom prst="roundRect">
            <a:avLst>
              <a:gd name="adj" fmla="val 10435"/>
            </a:avLst>
          </a:prstGeom>
          <a:solidFill>
            <a:schemeClr val="bg2"/>
          </a:solidFill>
          <a:ln/>
        </p:spPr>
        <p:txBody>
          <a:bodyPr/>
          <a:lstStyle/>
          <a:p>
            <a:endParaRPr lang="en-IN"/>
          </a:p>
        </p:txBody>
      </p:sp>
      <p:sp>
        <p:nvSpPr>
          <p:cNvPr id="9" name="Icon badge"/>
          <p:cNvSpPr/>
          <p:nvPr/>
        </p:nvSpPr>
        <p:spPr>
          <a:xfrm>
            <a:off x="822960" y="2834640"/>
            <a:ext cx="502920" cy="502920"/>
          </a:xfrm>
          <a:prstGeom prst="ellipse">
            <a:avLst/>
          </a:prstGeom>
          <a:solidFill>
            <a:schemeClr val="accent1"/>
          </a:solidFill>
          <a:ln/>
        </p:spPr>
        <p:txBody>
          <a:bodyPr/>
          <a:lstStyle/>
          <a:p>
            <a:endParaRPr lang="en-IN"/>
          </a:p>
        </p:txBody>
      </p:sp>
      <p:pic>
        <p:nvPicPr>
          <p:cNvPr id="10" name="Image 1" descr="Database icon"/>
          <p:cNvPicPr>
            <a:picLocks noChangeAspect="1"/>
          </p:cNvPicPr>
          <p:nvPr/>
        </p:nvPicPr>
        <p:blipFill>
          <a:blip r:embed="rId4"/>
          <a:stretch>
            <a:fillRect/>
          </a:stretch>
        </p:blipFill>
        <p:spPr>
          <a:xfrm>
            <a:off x="933602" y="2945282"/>
            <a:ext cx="281635" cy="281635"/>
          </a:xfrm>
          <a:prstGeom prst="rect">
            <a:avLst/>
          </a:prstGeom>
        </p:spPr>
      </p:pic>
      <p:sp>
        <p:nvSpPr>
          <p:cNvPr id="11" name="Text 6"/>
          <p:cNvSpPr txBox="1"/>
          <p:nvPr/>
        </p:nvSpPr>
        <p:spPr>
          <a:xfrm>
            <a:off x="1600200" y="2651760"/>
            <a:ext cx="5486400" cy="868680"/>
          </a:xfrm>
          <a:prstGeom prst="rect">
            <a:avLst/>
          </a:prstGeom>
          <a:noFill/>
          <a:ln/>
        </p:spPr>
        <p:txBody>
          <a:bodyPr wrap="square" lIns="0" tIns="0" rIns="0" bIns="0" rtlCol="0" anchor="ctr"/>
          <a:lstStyle/>
          <a:p>
            <a:pPr marL="0" indent="0">
              <a:buNone/>
            </a:pPr>
            <a:r>
              <a:rPr lang="en-US" sz="1800" b="1" dirty="0">
                <a:solidFill>
                  <a:schemeClr val="tx2"/>
                </a:solidFill>
                <a:latin typeface="+mj-lt"/>
              </a:rPr>
              <a:t>Expand Data / Features</a:t>
            </a:r>
            <a:endParaRPr lang="en-US" sz="1400" dirty="0">
              <a:latin typeface="+mj-lt"/>
            </a:endParaRPr>
          </a:p>
          <a:p>
            <a:pPr marL="285750" lvl="0" indent="-285750">
              <a:buFont typeface="Arial" panose="020B0604020202020204" pitchFamily="34" charset="0"/>
              <a:buChar char="•"/>
            </a:pPr>
            <a:r>
              <a:rPr lang="en-IN" sz="1400" dirty="0">
                <a:latin typeface="+mj-lt"/>
              </a:rPr>
              <a:t>Integrate real-time weather data.</a:t>
            </a:r>
          </a:p>
          <a:p>
            <a:pPr marL="285750" lvl="0" indent="-285750">
              <a:buFont typeface="Arial" panose="020B0604020202020204" pitchFamily="34" charset="0"/>
              <a:buChar char="•"/>
            </a:pPr>
            <a:r>
              <a:rPr lang="en-IN" sz="1400" dirty="0">
                <a:latin typeface="+mj-lt"/>
              </a:rPr>
              <a:t>Include more crops, regions and agricultural parameters.</a:t>
            </a:r>
          </a:p>
        </p:txBody>
      </p:sp>
      <p:sp>
        <p:nvSpPr>
          <p:cNvPr id="12" name="Card"/>
          <p:cNvSpPr/>
          <p:nvPr/>
        </p:nvSpPr>
        <p:spPr>
          <a:xfrm>
            <a:off x="548640" y="3749040"/>
            <a:ext cx="6766560" cy="1051560"/>
          </a:xfrm>
          <a:prstGeom prst="roundRect">
            <a:avLst>
              <a:gd name="adj" fmla="val 10435"/>
            </a:avLst>
          </a:prstGeom>
          <a:solidFill>
            <a:schemeClr val="bg2"/>
          </a:solidFill>
          <a:ln/>
        </p:spPr>
        <p:txBody>
          <a:bodyPr/>
          <a:lstStyle/>
          <a:p>
            <a:endParaRPr lang="en-IN"/>
          </a:p>
        </p:txBody>
      </p:sp>
      <p:sp>
        <p:nvSpPr>
          <p:cNvPr id="13" name="Icon badge"/>
          <p:cNvSpPr/>
          <p:nvPr/>
        </p:nvSpPr>
        <p:spPr>
          <a:xfrm>
            <a:off x="822960" y="4023360"/>
            <a:ext cx="502920" cy="502920"/>
          </a:xfrm>
          <a:prstGeom prst="ellipse">
            <a:avLst/>
          </a:prstGeom>
          <a:solidFill>
            <a:schemeClr val="accent1"/>
          </a:solidFill>
          <a:ln/>
        </p:spPr>
        <p:txBody>
          <a:bodyPr/>
          <a:lstStyle/>
          <a:p>
            <a:endParaRPr lang="en-IN"/>
          </a:p>
        </p:txBody>
      </p:sp>
      <p:pic>
        <p:nvPicPr>
          <p:cNvPr id="14" name="Image 2" descr="Desktop icon"/>
          <p:cNvPicPr>
            <a:picLocks noChangeAspect="1"/>
          </p:cNvPicPr>
          <p:nvPr/>
        </p:nvPicPr>
        <p:blipFill>
          <a:blip r:embed="rId5"/>
          <a:stretch>
            <a:fillRect/>
          </a:stretch>
        </p:blipFill>
        <p:spPr>
          <a:xfrm>
            <a:off x="933602" y="4134002"/>
            <a:ext cx="281635" cy="281635"/>
          </a:xfrm>
          <a:prstGeom prst="rect">
            <a:avLst/>
          </a:prstGeom>
        </p:spPr>
      </p:pic>
      <p:sp>
        <p:nvSpPr>
          <p:cNvPr id="15" name="Text 9"/>
          <p:cNvSpPr txBox="1"/>
          <p:nvPr/>
        </p:nvSpPr>
        <p:spPr>
          <a:xfrm>
            <a:off x="1600200" y="3840480"/>
            <a:ext cx="5486400" cy="868680"/>
          </a:xfrm>
          <a:prstGeom prst="rect">
            <a:avLst/>
          </a:prstGeom>
          <a:noFill/>
          <a:ln/>
        </p:spPr>
        <p:txBody>
          <a:bodyPr wrap="square" lIns="0" tIns="0" rIns="0" bIns="0" rtlCol="0" anchor="ctr"/>
          <a:lstStyle/>
          <a:p>
            <a:pPr marL="0" indent="0">
              <a:buNone/>
            </a:pPr>
            <a:r>
              <a:rPr lang="en-US" sz="1800" b="1" dirty="0">
                <a:solidFill>
                  <a:schemeClr val="tx2"/>
                </a:solidFill>
                <a:latin typeface="+mj-lt"/>
              </a:rPr>
              <a:t>Deploy &amp; Build an Interface</a:t>
            </a:r>
            <a:endParaRPr lang="en-US" sz="1400" dirty="0">
              <a:latin typeface="+mj-lt"/>
            </a:endParaRPr>
          </a:p>
          <a:p>
            <a:pPr marL="285750" lvl="0" indent="-285750">
              <a:buFont typeface="Arial" panose="020B0604020202020204" pitchFamily="34" charset="0"/>
              <a:buChar char="•"/>
            </a:pPr>
            <a:r>
              <a:rPr lang="en-IN" sz="1400" dirty="0">
                <a:latin typeface="+mj-lt"/>
              </a:rPr>
              <a:t>Deploy the dashboard as a web application.</a:t>
            </a:r>
          </a:p>
          <a:p>
            <a:pPr marL="285750" lvl="0" indent="-285750">
              <a:buFont typeface="Arial" panose="020B0604020202020204" pitchFamily="34" charset="0"/>
              <a:buChar char="•"/>
            </a:pPr>
            <a:r>
              <a:rPr lang="en-IN" sz="1400" dirty="0">
                <a:latin typeface="+mj-lt"/>
              </a:rPr>
              <a:t>Develop a mobile-friendly interface.</a:t>
            </a:r>
          </a:p>
        </p:txBody>
      </p:sp>
      <p:sp>
        <p:nvSpPr>
          <p:cNvPr id="16" name="Card"/>
          <p:cNvSpPr/>
          <p:nvPr/>
        </p:nvSpPr>
        <p:spPr>
          <a:xfrm>
            <a:off x="548640" y="4937760"/>
            <a:ext cx="6766560" cy="1051560"/>
          </a:xfrm>
          <a:prstGeom prst="roundRect">
            <a:avLst>
              <a:gd name="adj" fmla="val 10435"/>
            </a:avLst>
          </a:prstGeom>
          <a:solidFill>
            <a:schemeClr val="bg2"/>
          </a:solidFill>
          <a:ln/>
        </p:spPr>
        <p:txBody>
          <a:bodyPr/>
          <a:lstStyle/>
          <a:p>
            <a:endParaRPr lang="en-IN"/>
          </a:p>
        </p:txBody>
      </p:sp>
      <p:sp>
        <p:nvSpPr>
          <p:cNvPr id="17" name="Icon badge"/>
          <p:cNvSpPr/>
          <p:nvPr/>
        </p:nvSpPr>
        <p:spPr>
          <a:xfrm>
            <a:off x="822960" y="5212080"/>
            <a:ext cx="502920" cy="502920"/>
          </a:xfrm>
          <a:prstGeom prst="ellipse">
            <a:avLst/>
          </a:prstGeom>
          <a:solidFill>
            <a:schemeClr val="accent1"/>
          </a:solidFill>
          <a:ln/>
        </p:spPr>
        <p:txBody>
          <a:bodyPr/>
          <a:lstStyle/>
          <a:p>
            <a:endParaRPr lang="en-IN"/>
          </a:p>
        </p:txBody>
      </p:sp>
      <p:pic>
        <p:nvPicPr>
          <p:cNvPr id="18" name="Image 3" descr="ShieldAlt icon"/>
          <p:cNvPicPr>
            <a:picLocks noChangeAspect="1"/>
          </p:cNvPicPr>
          <p:nvPr/>
        </p:nvPicPr>
        <p:blipFill>
          <a:blip r:embed="rId6"/>
          <a:stretch>
            <a:fillRect/>
          </a:stretch>
        </p:blipFill>
        <p:spPr>
          <a:xfrm>
            <a:off x="933602" y="5322722"/>
            <a:ext cx="281635" cy="281635"/>
          </a:xfrm>
          <a:prstGeom prst="rect">
            <a:avLst/>
          </a:prstGeom>
        </p:spPr>
      </p:pic>
      <p:sp>
        <p:nvSpPr>
          <p:cNvPr id="19" name="Text 12"/>
          <p:cNvSpPr txBox="1"/>
          <p:nvPr/>
        </p:nvSpPr>
        <p:spPr>
          <a:xfrm>
            <a:off x="1600200" y="5029200"/>
            <a:ext cx="5486400" cy="868680"/>
          </a:xfrm>
          <a:prstGeom prst="rect">
            <a:avLst/>
          </a:prstGeom>
          <a:noFill/>
          <a:ln/>
        </p:spPr>
        <p:txBody>
          <a:bodyPr wrap="square" lIns="0" tIns="0" rIns="0" bIns="0" rtlCol="0" anchor="ctr"/>
          <a:lstStyle/>
          <a:p>
            <a:pPr marL="0" indent="0">
              <a:buNone/>
            </a:pPr>
            <a:r>
              <a:rPr lang="en-US" sz="1800" b="1" dirty="0">
                <a:solidFill>
                  <a:schemeClr val="tx2"/>
                </a:solidFill>
                <a:latin typeface="+mj-lt"/>
              </a:rPr>
              <a:t>Scale &amp; Secure</a:t>
            </a:r>
            <a:endParaRPr lang="en-US" sz="1400" dirty="0">
              <a:latin typeface="+mj-lt"/>
            </a:endParaRPr>
          </a:p>
          <a:p>
            <a:pPr marL="285750" lvl="0" indent="-285750">
              <a:buFont typeface="Arial" panose="020B0604020202020204" pitchFamily="34" charset="0"/>
              <a:buChar char="•"/>
            </a:pPr>
            <a:r>
              <a:rPr lang="en-US" sz="1400" dirty="0">
                <a:latin typeface="+mj-lt"/>
              </a:rPr>
              <a:t>I</a:t>
            </a:r>
            <a:r>
              <a:rPr lang="en-IN" sz="1400" dirty="0" err="1">
                <a:latin typeface="+mj-lt"/>
              </a:rPr>
              <a:t>mprove</a:t>
            </a:r>
            <a:r>
              <a:rPr lang="en-IN" sz="1400" dirty="0">
                <a:latin typeface="+mj-lt"/>
              </a:rPr>
              <a:t> data storage and processing.</a:t>
            </a:r>
          </a:p>
          <a:p>
            <a:pPr marL="285750" lvl="0" indent="-285750">
              <a:buFont typeface="Arial" panose="020B0604020202020204" pitchFamily="34" charset="0"/>
              <a:buChar char="•"/>
            </a:pPr>
            <a:r>
              <a:rPr lang="en-IN" sz="1400" dirty="0">
                <a:latin typeface="+mj-lt"/>
              </a:rPr>
              <a:t>Add secure cloud-based access.</a:t>
            </a:r>
          </a:p>
          <a:p>
            <a:pPr marL="0" indent="0">
              <a:buNone/>
            </a:pPr>
            <a:endParaRPr lang="en-US" sz="1400" dirty="0">
              <a:latin typeface="+mj-lt"/>
            </a:endParaRPr>
          </a:p>
        </p:txBody>
      </p:sp>
      <p:sp>
        <p:nvSpPr>
          <p:cNvPr id="20" name="Card"/>
          <p:cNvSpPr/>
          <p:nvPr/>
        </p:nvSpPr>
        <p:spPr>
          <a:xfrm>
            <a:off x="7589520" y="1371600"/>
            <a:ext cx="4050792" cy="4617720"/>
          </a:xfrm>
          <a:prstGeom prst="roundRect">
            <a:avLst>
              <a:gd name="adj" fmla="val 2709"/>
            </a:avLst>
          </a:prstGeom>
          <a:solidFill>
            <a:schemeClr val="bg2"/>
          </a:solidFill>
          <a:ln/>
        </p:spPr>
        <p:txBody>
          <a:bodyPr/>
          <a:lstStyle/>
          <a:p>
            <a:endParaRPr lang="en-IN"/>
          </a:p>
        </p:txBody>
      </p:sp>
      <p:sp>
        <p:nvSpPr>
          <p:cNvPr id="21" name="Icon badge"/>
          <p:cNvSpPr/>
          <p:nvPr/>
        </p:nvSpPr>
        <p:spPr>
          <a:xfrm>
            <a:off x="7863840" y="1554480"/>
            <a:ext cx="502920" cy="502920"/>
          </a:xfrm>
          <a:prstGeom prst="ellipse">
            <a:avLst/>
          </a:prstGeom>
          <a:solidFill>
            <a:schemeClr val="accent1"/>
          </a:solidFill>
          <a:ln/>
        </p:spPr>
        <p:txBody>
          <a:bodyPr/>
          <a:lstStyle/>
          <a:p>
            <a:endParaRPr lang="en-IN"/>
          </a:p>
        </p:txBody>
      </p:sp>
      <p:pic>
        <p:nvPicPr>
          <p:cNvPr id="22" name="Image 4" descr="Globe icon"/>
          <p:cNvPicPr>
            <a:picLocks noChangeAspect="1"/>
          </p:cNvPicPr>
          <p:nvPr/>
        </p:nvPicPr>
        <p:blipFill>
          <a:blip r:embed="rId7"/>
          <a:stretch>
            <a:fillRect/>
          </a:stretch>
        </p:blipFill>
        <p:spPr>
          <a:xfrm>
            <a:off x="7974482" y="1665122"/>
            <a:ext cx="281635" cy="281635"/>
          </a:xfrm>
          <a:prstGeom prst="rect">
            <a:avLst/>
          </a:prstGeom>
        </p:spPr>
      </p:pic>
      <p:sp>
        <p:nvSpPr>
          <p:cNvPr id="23" name="Text 15"/>
          <p:cNvSpPr txBox="1"/>
          <p:nvPr/>
        </p:nvSpPr>
        <p:spPr>
          <a:xfrm>
            <a:off x="8549640" y="1554480"/>
            <a:ext cx="2862072" cy="502920"/>
          </a:xfrm>
          <a:prstGeom prst="rect">
            <a:avLst/>
          </a:prstGeom>
          <a:noFill/>
          <a:ln/>
        </p:spPr>
        <p:txBody>
          <a:bodyPr wrap="square" lIns="0" tIns="0" rIns="0" bIns="0" rtlCol="0" anchor="ctr"/>
          <a:lstStyle/>
          <a:p>
            <a:pPr marL="0" indent="0">
              <a:buNone/>
            </a:pPr>
            <a:r>
              <a:rPr lang="en-US" sz="1800" b="1" dirty="0">
                <a:solidFill>
                  <a:schemeClr val="tx2"/>
                </a:solidFill>
              </a:rPr>
              <a:t>Applications</a:t>
            </a:r>
            <a:endParaRPr lang="en-US" sz="1800" dirty="0"/>
          </a:p>
        </p:txBody>
      </p:sp>
      <p:sp>
        <p:nvSpPr>
          <p:cNvPr id="24" name="Text 16"/>
          <p:cNvSpPr txBox="1"/>
          <p:nvPr/>
        </p:nvSpPr>
        <p:spPr>
          <a:xfrm>
            <a:off x="7863840" y="2240280"/>
            <a:ext cx="3502152" cy="3611880"/>
          </a:xfrm>
          <a:prstGeom prst="rect">
            <a:avLst/>
          </a:prstGeom>
          <a:noFill/>
          <a:ln/>
        </p:spPr>
        <p:txBody>
          <a:bodyPr wrap="square" lIns="0" tIns="0" rIns="0" bIns="0" rtlCol="0" anchor="t"/>
          <a:lstStyle/>
          <a:p>
            <a:pPr marL="342900" indent="-342900">
              <a:spcAft>
                <a:spcPts val="1200"/>
              </a:spcAft>
              <a:buSzPct val="100000"/>
              <a:buChar char="•"/>
            </a:pPr>
            <a:r>
              <a:rPr lang="en-IN" sz="1600" dirty="0">
                <a:latin typeface="+mj-lt"/>
              </a:rPr>
              <a:t>Crop-yield estimation and agricultural planning</a:t>
            </a:r>
          </a:p>
          <a:p>
            <a:pPr marL="342900" indent="-342900">
              <a:spcAft>
                <a:spcPts val="1200"/>
              </a:spcAft>
              <a:buSzPct val="100000"/>
              <a:buChar char="•"/>
            </a:pPr>
            <a:r>
              <a:rPr lang="en-IN" sz="1600" dirty="0">
                <a:latin typeface="+mj-lt"/>
              </a:rPr>
              <a:t>Agricultural market-price analysis</a:t>
            </a:r>
          </a:p>
          <a:p>
            <a:pPr marL="342900" indent="-342900">
              <a:spcAft>
                <a:spcPts val="1200"/>
              </a:spcAft>
              <a:buSzPct val="100000"/>
              <a:buChar char="•"/>
            </a:pPr>
            <a:r>
              <a:rPr lang="en-IN" sz="1600" dirty="0">
                <a:latin typeface="+mj-lt"/>
              </a:rPr>
              <a:t>Support for farmers, researchers and agricultural analysts</a:t>
            </a:r>
            <a:endParaRPr lang="en-US" sz="1600" dirty="0">
              <a:latin typeface="+mj-lt"/>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Team Contribution</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4264739319"/>
              </p:ext>
            </p:extLst>
          </p:nvPr>
        </p:nvGraphicFramePr>
        <p:xfrm>
          <a:off x="548640" y="1411085"/>
          <a:ext cx="11091672" cy="2763981"/>
        </p:xfrm>
        <a:graphic>
          <a:graphicData uri="http://schemas.openxmlformats.org/drawingml/2006/table">
            <a:tbl>
              <a:tblPr/>
              <a:tblGrid>
                <a:gridCol w="22860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5788152">
                  <a:extLst>
                    <a:ext uri="{9D8B030D-6E8A-4147-A177-3AD203B41FA5}">
                      <a16:colId xmlns:a16="http://schemas.microsoft.com/office/drawing/2014/main" val="20002"/>
                    </a:ext>
                  </a:extLst>
                </a:gridCol>
              </a:tblGrid>
              <a:tr h="642786">
                <a:tc>
                  <a:txBody>
                    <a:bodyPr/>
                    <a:lstStyle/>
                    <a:p>
                      <a:pPr marL="0" indent="0">
                        <a:buNone/>
                      </a:pPr>
                      <a:r>
                        <a:rPr lang="en-US" sz="1400" b="1" dirty="0">
                          <a:solidFill>
                            <a:srgbClr val="FFFFFF"/>
                          </a:solidFill>
                          <a:latin typeface="+mj-lt"/>
                        </a:rPr>
                        <a:t>Reg. No.</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latin typeface="+mj-lt"/>
                        </a:rPr>
                        <a:t>Name</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latin typeface="+mj-lt"/>
                        </a:rPr>
                        <a:t>Contribution / Modules Handled</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707065">
                <a:tc>
                  <a:txBody>
                    <a:bodyPr/>
                    <a:lstStyle/>
                    <a:p>
                      <a:pPr marL="0" indent="0">
                        <a:buNone/>
                      </a:pPr>
                      <a:r>
                        <a:rPr lang="en-US" sz="1400" dirty="0">
                          <a:solidFill>
                            <a:srgbClr val="1B1F2A"/>
                          </a:solidFill>
                          <a:latin typeface="+mj-lt"/>
                        </a:rPr>
                        <a:t>2420030290</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latin typeface="+mj-lt"/>
                        </a:rPr>
                        <a:t>D Kamal</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IN" sz="1400" dirty="0">
                          <a:latin typeface="+mj-lt"/>
                        </a:rPr>
                        <a:t>Dataset Collection, Data Preprocessing and Integration</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7065">
                <a:tc>
                  <a:txBody>
                    <a:bodyPr/>
                    <a:lstStyle/>
                    <a:p>
                      <a:pPr marL="0" indent="0">
                        <a:buNone/>
                      </a:pPr>
                      <a:r>
                        <a:rPr lang="en-US" sz="1400" dirty="0">
                          <a:solidFill>
                            <a:srgbClr val="1B1F2A"/>
                          </a:solidFill>
                          <a:latin typeface="+mj-lt"/>
                        </a:rPr>
                        <a:t>2420030291</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latin typeface="+mj-lt"/>
                        </a:rPr>
                        <a:t>V Chandra</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IN" sz="1400" dirty="0">
                          <a:latin typeface="+mj-lt"/>
                        </a:rPr>
                        <a:t>Exploratory Data Analysis, Weather and Market Analytics</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7065">
                <a:tc>
                  <a:txBody>
                    <a:bodyPr/>
                    <a:lstStyle/>
                    <a:p>
                      <a:pPr marL="0" indent="0">
                        <a:buNone/>
                      </a:pPr>
                      <a:r>
                        <a:rPr lang="en-US" sz="1400" dirty="0">
                          <a:solidFill>
                            <a:srgbClr val="1B1F2A"/>
                          </a:solidFill>
                          <a:latin typeface="+mj-lt"/>
                        </a:rPr>
                        <a:t>2420030461</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latin typeface="+mj-lt"/>
                        </a:rPr>
                        <a:t>G Khethana</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IN" sz="1400" dirty="0">
                          <a:latin typeface="+mj-lt"/>
                        </a:rPr>
                        <a:t>Machine Learning Model, Crop Yield Prediction, </a:t>
                      </a:r>
                      <a:r>
                        <a:rPr lang="en-IN" sz="1400" dirty="0" err="1">
                          <a:latin typeface="+mj-lt"/>
                        </a:rPr>
                        <a:t>Streamlit</a:t>
                      </a:r>
                      <a:r>
                        <a:rPr lang="en-IN" sz="1400" dirty="0">
                          <a:latin typeface="+mj-lt"/>
                        </a:rPr>
                        <a:t> Dashboard and Report Preparation</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References</a:t>
            </a:r>
            <a:endParaRPr lang="en-US" sz="3200" dirty="0"/>
          </a:p>
        </p:txBody>
      </p:sp>
      <p:sp>
        <p:nvSpPr>
          <p:cNvPr id="4" name="Text 1"/>
          <p:cNvSpPr txBox="1"/>
          <p:nvPr/>
        </p:nvSpPr>
        <p:spPr>
          <a:xfrm>
            <a:off x="415637" y="1554480"/>
            <a:ext cx="6949440" cy="4663440"/>
          </a:xfrm>
          <a:prstGeom prst="rect">
            <a:avLst/>
          </a:prstGeom>
          <a:noFill/>
          <a:ln/>
        </p:spPr>
        <p:txBody>
          <a:bodyPr wrap="square" lIns="0" tIns="0" rIns="0" bIns="0" rtlCol="0" anchor="t"/>
          <a:lstStyle/>
          <a:p>
            <a:pPr marL="342900" lvl="0" indent="-342900">
              <a:lnSpc>
                <a:spcPct val="150000"/>
              </a:lnSpc>
              <a:buFont typeface="+mj-lt"/>
              <a:buAutoNum type="arabicParenR"/>
            </a:pPr>
            <a:r>
              <a:rPr lang="en-IN" sz="1400" dirty="0">
                <a:latin typeface="+mj-lt"/>
                <a:cs typeface="Times New Roman" panose="02020603050405020304" pitchFamily="18" charset="0"/>
              </a:rPr>
              <a:t>Python Software Foundation, Python Documentation. </a:t>
            </a:r>
            <a:r>
              <a:rPr lang="en-IN" sz="1400" dirty="0">
                <a:latin typeface="+mj-lt"/>
                <a:cs typeface="Times New Roman" panose="02020603050405020304" pitchFamily="18" charset="0"/>
                <a:hlinkClick r:id="rId3"/>
              </a:rPr>
              <a:t>https://docs.python.org/3/</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a:latin typeface="+mj-lt"/>
                <a:cs typeface="Times New Roman" panose="02020603050405020304" pitchFamily="18" charset="0"/>
              </a:rPr>
              <a:t>Pandas Development Team, Pandas Documentation. </a:t>
            </a:r>
            <a:r>
              <a:rPr lang="en-IN" sz="1400" dirty="0">
                <a:latin typeface="+mj-lt"/>
                <a:cs typeface="Times New Roman" panose="02020603050405020304" pitchFamily="18" charset="0"/>
                <a:hlinkClick r:id="rId4"/>
              </a:rPr>
              <a:t>https://pandas.pydata.org/docs/</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a:latin typeface="+mj-lt"/>
                <a:cs typeface="Times New Roman" panose="02020603050405020304" pitchFamily="18" charset="0"/>
              </a:rPr>
              <a:t>NumPy Developers, NumPy Documentation. </a:t>
            </a:r>
            <a:r>
              <a:rPr lang="en-IN" sz="1400" dirty="0">
                <a:latin typeface="+mj-lt"/>
                <a:cs typeface="Times New Roman" panose="02020603050405020304" pitchFamily="18" charset="0"/>
                <a:hlinkClick r:id="rId5"/>
              </a:rPr>
              <a:t>https://numpy.org/doc/</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a:latin typeface="+mj-lt"/>
                <a:cs typeface="Times New Roman" panose="02020603050405020304" pitchFamily="18" charset="0"/>
              </a:rPr>
              <a:t>Matplotlib Development Team, Matplotlib Documentation. </a:t>
            </a:r>
            <a:r>
              <a:rPr lang="en-IN" sz="1400" dirty="0">
                <a:latin typeface="+mj-lt"/>
                <a:cs typeface="Times New Roman" panose="02020603050405020304" pitchFamily="18" charset="0"/>
                <a:hlinkClick r:id="rId6"/>
              </a:rPr>
              <a:t>https://matplotlib.org/stable/</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a:latin typeface="+mj-lt"/>
                <a:cs typeface="Times New Roman" panose="02020603050405020304" pitchFamily="18" charset="0"/>
              </a:rPr>
              <a:t>Seaborn Developers, Seaborn Documentation. </a:t>
            </a:r>
            <a:r>
              <a:rPr lang="en-IN" sz="1400" dirty="0">
                <a:latin typeface="+mj-lt"/>
                <a:cs typeface="Times New Roman" panose="02020603050405020304" pitchFamily="18" charset="0"/>
                <a:hlinkClick r:id="rId7"/>
              </a:rPr>
              <a:t>https://seaborn.pydata.org/</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a:latin typeface="+mj-lt"/>
                <a:cs typeface="Times New Roman" panose="02020603050405020304" pitchFamily="18" charset="0"/>
              </a:rPr>
              <a:t>Scikit-learn Developers, Scikit-learn Documentation. </a:t>
            </a:r>
            <a:r>
              <a:rPr lang="en-IN" sz="1400" dirty="0">
                <a:latin typeface="+mj-lt"/>
                <a:cs typeface="Times New Roman" panose="02020603050405020304" pitchFamily="18" charset="0"/>
                <a:hlinkClick r:id="rId8"/>
              </a:rPr>
              <a:t>https://scikit-learn.org/stable/</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err="1">
                <a:latin typeface="+mj-lt"/>
                <a:cs typeface="Times New Roman" panose="02020603050405020304" pitchFamily="18" charset="0"/>
              </a:rPr>
              <a:t>Streamlit</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Streamlit</a:t>
            </a:r>
            <a:r>
              <a:rPr lang="en-IN" sz="1400" dirty="0">
                <a:latin typeface="+mj-lt"/>
                <a:cs typeface="Times New Roman" panose="02020603050405020304" pitchFamily="18" charset="0"/>
              </a:rPr>
              <a:t> Documentation. </a:t>
            </a:r>
            <a:r>
              <a:rPr lang="en-IN" sz="1400" dirty="0">
                <a:latin typeface="+mj-lt"/>
                <a:cs typeface="Times New Roman" panose="02020603050405020304" pitchFamily="18" charset="0"/>
                <a:hlinkClick r:id="rId9"/>
              </a:rPr>
              <a:t>https://docs.streamlit.io/</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a:latin typeface="+mj-lt"/>
                <a:cs typeface="Times New Roman" panose="02020603050405020304" pitchFamily="18" charset="0"/>
              </a:rPr>
              <a:t>T. V. </a:t>
            </a:r>
            <a:r>
              <a:rPr lang="en-IN" sz="1400" dirty="0" err="1">
                <a:latin typeface="+mj-lt"/>
                <a:cs typeface="Times New Roman" panose="02020603050405020304" pitchFamily="18" charset="0"/>
              </a:rPr>
              <a:t>Klompenburg</a:t>
            </a:r>
            <a:r>
              <a:rPr lang="en-IN" sz="1400" dirty="0">
                <a:latin typeface="+mj-lt"/>
                <a:cs typeface="Times New Roman" panose="02020603050405020304" pitchFamily="18" charset="0"/>
              </a:rPr>
              <a:t> et al., Crop Yield Prediction Using Machine Learning: A Systematic Literature Review.</a:t>
            </a:r>
          </a:p>
          <a:p>
            <a:pPr marL="342900" lvl="0" indent="-342900">
              <a:lnSpc>
                <a:spcPct val="150000"/>
              </a:lnSpc>
              <a:buFont typeface="+mj-lt"/>
              <a:buAutoNum type="arabicParenR"/>
            </a:pPr>
            <a:r>
              <a:rPr lang="en-IN" sz="1400" dirty="0">
                <a:latin typeface="+mj-lt"/>
                <a:cs typeface="Times New Roman" panose="02020603050405020304" pitchFamily="18" charset="0"/>
              </a:rPr>
              <a:t>D. Elavarasan et al., Forecasting Yield by Integrating Agrarian Factors and Machine Learning Models.</a:t>
            </a:r>
          </a:p>
          <a:p>
            <a:pPr marL="342900" lvl="0" indent="-342900">
              <a:lnSpc>
                <a:spcPct val="150000"/>
              </a:lnSpc>
              <a:buFont typeface="+mj-lt"/>
              <a:buAutoNum type="arabicParenR"/>
            </a:pPr>
            <a:r>
              <a:rPr lang="en-IN" sz="1400" dirty="0">
                <a:latin typeface="+mj-lt"/>
                <a:cs typeface="Times New Roman" panose="02020603050405020304" pitchFamily="18" charset="0"/>
              </a:rPr>
              <a:t>K. R. Prasad et al., Weather-Based Statistical and Neural Network Tools for Forecasting Rice Yields in Major Growing Districts of Karnataka.</a:t>
            </a:r>
          </a:p>
        </p:txBody>
      </p:sp>
      <p:sp>
        <p:nvSpPr>
          <p:cNvPr id="5" name="Card"/>
          <p:cNvSpPr/>
          <p:nvPr/>
        </p:nvSpPr>
        <p:spPr>
          <a:xfrm>
            <a:off x="7772400" y="1371600"/>
            <a:ext cx="3867912" cy="4663440"/>
          </a:xfrm>
          <a:prstGeom prst="roundRect">
            <a:avLst>
              <a:gd name="adj" fmla="val 2837"/>
            </a:avLst>
          </a:prstGeom>
          <a:solidFill>
            <a:schemeClr val="bg2"/>
          </a:solidFill>
          <a:ln/>
        </p:spPr>
        <p:txBody>
          <a:bodyPr/>
          <a:lstStyle/>
          <a:p>
            <a:endParaRPr lang="en-IN"/>
          </a:p>
        </p:txBody>
      </p:sp>
      <p:sp>
        <p:nvSpPr>
          <p:cNvPr id="6" name="Icon badge"/>
          <p:cNvSpPr/>
          <p:nvPr/>
        </p:nvSpPr>
        <p:spPr>
          <a:xfrm>
            <a:off x="8046720" y="1554480"/>
            <a:ext cx="502920" cy="502920"/>
          </a:xfrm>
          <a:prstGeom prst="ellipse">
            <a:avLst/>
          </a:prstGeom>
          <a:solidFill>
            <a:schemeClr val="accent1"/>
          </a:solidFill>
          <a:ln/>
        </p:spPr>
        <p:txBody>
          <a:bodyPr/>
          <a:lstStyle/>
          <a:p>
            <a:endParaRPr lang="en-IN"/>
          </a:p>
        </p:txBody>
      </p:sp>
      <p:pic>
        <p:nvPicPr>
          <p:cNvPr id="7" name="Image 0" descr="Link icon"/>
          <p:cNvPicPr>
            <a:picLocks noChangeAspect="1"/>
          </p:cNvPicPr>
          <p:nvPr/>
        </p:nvPicPr>
        <p:blipFill>
          <a:blip r:embed="rId10"/>
          <a:stretch>
            <a:fillRect/>
          </a:stretch>
        </p:blipFill>
        <p:spPr>
          <a:xfrm>
            <a:off x="8157362" y="1665122"/>
            <a:ext cx="281635" cy="281635"/>
          </a:xfrm>
          <a:prstGeom prst="rect">
            <a:avLst/>
          </a:prstGeom>
        </p:spPr>
      </p:pic>
      <p:sp>
        <p:nvSpPr>
          <p:cNvPr id="8" name="Text 4"/>
          <p:cNvSpPr txBox="1"/>
          <p:nvPr/>
        </p:nvSpPr>
        <p:spPr>
          <a:xfrm>
            <a:off x="8732520" y="1554480"/>
            <a:ext cx="274320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Project Links</a:t>
            </a:r>
            <a:endParaRPr lang="en-US" sz="1800" dirty="0">
              <a:latin typeface="+mj-lt"/>
            </a:endParaRPr>
          </a:p>
        </p:txBody>
      </p:sp>
      <p:sp>
        <p:nvSpPr>
          <p:cNvPr id="9" name="Text 5"/>
          <p:cNvSpPr txBox="1"/>
          <p:nvPr/>
        </p:nvSpPr>
        <p:spPr>
          <a:xfrm>
            <a:off x="7880465" y="2285999"/>
            <a:ext cx="3759847" cy="2759825"/>
          </a:xfrm>
          <a:prstGeom prst="rect">
            <a:avLst/>
          </a:prstGeom>
          <a:noFill/>
          <a:ln/>
        </p:spPr>
        <p:txBody>
          <a:bodyPr wrap="square" lIns="0" tIns="0" rIns="0" bIns="0" rtlCol="0" anchor="t"/>
          <a:lstStyle/>
          <a:p>
            <a:r>
              <a:rPr lang="en-US" sz="1400" b="1" dirty="0">
                <a:solidFill>
                  <a:schemeClr val="tx1"/>
                </a:solidFill>
                <a:latin typeface="+mj-lt"/>
              </a:rPr>
              <a:t>GitHub: </a:t>
            </a:r>
            <a:r>
              <a:rPr lang="en-US" sz="1400" dirty="0">
                <a:latin typeface="+mj-lt"/>
                <a:hlinkClick r:id="rId11"/>
              </a:rPr>
              <a:t>https://github.com/Ganta-khethana/DS_S7_T18_AgriIntelligence/tree/main/Project</a:t>
            </a:r>
            <a:endParaRPr lang="en-US" sz="1400" dirty="0">
              <a:latin typeface="+mj-lt"/>
            </a:endParaRPr>
          </a:p>
          <a:p>
            <a:endParaRPr lang="en-US" sz="1400" dirty="0">
              <a:latin typeface="+mj-lt"/>
            </a:endParaRPr>
          </a:p>
          <a:p>
            <a:pPr lvl="0"/>
            <a:r>
              <a:rPr lang="en-US" sz="1400" b="1" dirty="0">
                <a:solidFill>
                  <a:schemeClr val="tx1"/>
                </a:solidFill>
                <a:latin typeface="+mj-lt"/>
              </a:rPr>
              <a:t>Dataset: </a:t>
            </a:r>
          </a:p>
          <a:p>
            <a:pPr lvl="0"/>
            <a:r>
              <a:rPr lang="en-IN" sz="1400" dirty="0">
                <a:latin typeface="+mj-lt"/>
              </a:rPr>
              <a:t>Crop Yield Dataset: </a:t>
            </a:r>
            <a:r>
              <a:rPr lang="en-IN" sz="1400" dirty="0">
                <a:latin typeface="+mj-lt"/>
                <a:hlinkClick r:id="rId12"/>
              </a:rPr>
              <a:t>https://www.kaggle.com/datasets/patelris/crop-yield-prediction-dataset</a:t>
            </a:r>
            <a:endParaRPr lang="en-IN" sz="1400" dirty="0">
              <a:latin typeface="+mj-lt"/>
            </a:endParaRPr>
          </a:p>
          <a:p>
            <a:pPr lvl="0"/>
            <a:r>
              <a:rPr lang="en-IN" sz="1400" dirty="0">
                <a:latin typeface="+mj-lt"/>
              </a:rPr>
              <a:t>Agricultural Market Dataset: </a:t>
            </a:r>
            <a:r>
              <a:rPr lang="en-IN" sz="1400" dirty="0">
                <a:latin typeface="+mj-lt"/>
                <a:hlinkClick r:id="rId13"/>
              </a:rPr>
              <a:t>https://www.data.gov.in/catalog/current-daily-price-various-commodities-various-markets-mandi</a:t>
            </a:r>
            <a:endParaRPr lang="en-IN" sz="1400" dirty="0">
              <a:latin typeface="+mj-lt"/>
            </a:endParaRPr>
          </a:p>
          <a:p>
            <a:r>
              <a:rPr lang="en-US" sz="1400" b="1" dirty="0">
                <a:solidFill>
                  <a:schemeClr val="tx1"/>
                </a:solidFill>
                <a:latin typeface="+mj-lt"/>
              </a:rPr>
              <a:t>Demo video: </a:t>
            </a:r>
            <a:r>
              <a:rPr lang="en-US" sz="1400" dirty="0">
                <a:latin typeface="+mj-lt"/>
                <a:hlinkClick r:id="rId14" action="ppaction://hlinkfile"/>
              </a:rPr>
              <a:t>https://drive.google.com/file/d/1-PMitvPvyQFfJBKckiKpf7LZBF9JSao_/view?usp=sharing</a:t>
            </a:r>
            <a:endParaRPr lang="en-US" sz="1400" dirty="0">
              <a:latin typeface="+mj-lt"/>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731520" y="2011680"/>
            <a:ext cx="7680960" cy="1188720"/>
          </a:xfrm>
          <a:prstGeom prst="rect">
            <a:avLst/>
          </a:prstGeom>
          <a:noFill/>
          <a:ln/>
        </p:spPr>
        <p:txBody>
          <a:bodyPr wrap="square" lIns="0" tIns="0" rIns="0" bIns="0" rtlCol="0" anchor="b"/>
          <a:lstStyle/>
          <a:p>
            <a:pPr marL="0" indent="0" algn="l">
              <a:buNone/>
            </a:pPr>
            <a:r>
              <a:rPr lang="en-US" sz="5400" b="1" dirty="0">
                <a:solidFill>
                  <a:schemeClr val="bg1"/>
                </a:solidFill>
              </a:rPr>
              <a:t>THANK YOU</a:t>
            </a:r>
            <a:endParaRPr lang="en-US" sz="5400" dirty="0"/>
          </a:p>
        </p:txBody>
      </p:sp>
      <p:sp>
        <p:nvSpPr>
          <p:cNvPr id="4" name="Text 1"/>
          <p:cNvSpPr>
            <a:spLocks noGrp="1"/>
          </p:cNvSpPr>
          <p:nvPr>
            <p:ph type="body" idx="104" hasCustomPrompt="1"/>
          </p:nvPr>
        </p:nvSpPr>
        <p:spPr>
          <a:xfrm>
            <a:off x="731520" y="4297680"/>
            <a:ext cx="6949440" cy="1463040"/>
          </a:xfrm>
          <a:prstGeom prst="rect">
            <a:avLst/>
          </a:prstGeom>
          <a:noFill/>
          <a:ln/>
        </p:spPr>
        <p:txBody>
          <a:bodyPr wrap="square" lIns="0" tIns="0" rIns="0" bIns="0" rtlCol="0" anchor="t"/>
          <a:lstStyle/>
          <a:p>
            <a:pPr marL="0" indent="0">
              <a:spcAft>
                <a:spcPts val="600"/>
              </a:spcAft>
              <a:buNone/>
            </a:pPr>
            <a:r>
              <a:rPr lang="en-US" dirty="0"/>
              <a:t> Section 7 </a:t>
            </a:r>
          </a:p>
          <a:p>
            <a:pPr marL="0" indent="0">
              <a:spcAft>
                <a:spcPts val="600"/>
              </a:spcAft>
              <a:buNone/>
            </a:pPr>
            <a:r>
              <a:rPr lang="en-US" sz="1600" dirty="0">
                <a:solidFill>
                  <a:schemeClr val="bg1"/>
                </a:solidFill>
              </a:rPr>
              <a:t>Team 18</a:t>
            </a:r>
            <a:endParaRPr lang="en-US" sz="1600" dirty="0"/>
          </a:p>
          <a:p>
            <a:pPr marL="0" indent="0">
              <a:spcAft>
                <a:spcPts val="600"/>
              </a:spcAft>
              <a:buNone/>
            </a:pPr>
            <a:r>
              <a:rPr lang="en-US" sz="1600" dirty="0">
                <a:solidFill>
                  <a:schemeClr val="bg1"/>
                </a:solidFill>
              </a:rPr>
              <a:t>B Prathusha /</a:t>
            </a:r>
            <a:r>
              <a:rPr lang="en-US" dirty="0">
                <a:solidFill>
                  <a:schemeClr val="bg1"/>
                </a:solidFill>
              </a:rPr>
              <a:t>Assistant Professor</a:t>
            </a:r>
          </a:p>
          <a:p>
            <a:pPr marL="0" indent="0">
              <a:spcAft>
                <a:spcPts val="600"/>
              </a:spcAft>
              <a:buNone/>
            </a:pPr>
            <a:r>
              <a:rPr lang="en-US" sz="1600" dirty="0"/>
              <a:t>Department </a:t>
            </a:r>
            <a:r>
              <a:rPr lang="en-US" dirty="0"/>
              <a:t>of </a:t>
            </a:r>
            <a:r>
              <a:rPr lang="en-US"/>
              <a:t>Computer Science </a:t>
            </a:r>
            <a:r>
              <a:rPr lang="en-US" dirty="0"/>
              <a:t>and Engineering</a:t>
            </a:r>
            <a:endParaRPr lang="en-US" sz="1600" dirty="0">
              <a:solidFill>
                <a:schemeClr val="bg1"/>
              </a:solidFill>
            </a:endParaRPr>
          </a:p>
        </p:txBody>
      </p:sp>
    </p:spTree>
  </p:cSld>
  <p:clrMapOvr>
    <a:masterClrMapping/>
  </p:clrMapOvr>
</p:sld>
</file>

<file path=ppt/theme/theme1.xml><?xml version="1.0" encoding="utf-8"?>
<a:theme xmlns:a="http://schemas.openxmlformats.org/drawingml/2006/main" name="Project Review">
  <a:themeElements>
    <a:clrScheme name="Project Review">
      <a:dk1>
        <a:srgbClr val="1B1F2A"/>
      </a:dk1>
      <a:lt1>
        <a:srgbClr val="FFFFFF"/>
      </a:lt1>
      <a:dk2>
        <a:srgbClr val="0B3C5D"/>
      </a:dk2>
      <a:lt2>
        <a:srgbClr val="EEF3F7"/>
      </a:lt2>
      <a:accent1>
        <a:srgbClr val="0B7A75"/>
      </a:accent1>
      <a:accent2>
        <a:srgbClr val="E58E2A"/>
      </a:accent2>
      <a:accent3>
        <a:srgbClr val="3E7CB1"/>
      </a:accent3>
      <a:accent4>
        <a:srgbClr val="C8434F"/>
      </a:accent4>
      <a:accent5>
        <a:srgbClr val="5F6B76"/>
      </a:accent5>
      <a:accent6>
        <a:srgbClr val="7A9E9F"/>
      </a:accent6>
      <a:hlink>
        <a:srgbClr val="0B7A75"/>
      </a:hlink>
      <a:folHlink>
        <a:srgbClr val="5F6B76"/>
      </a:folHlink>
    </a:clrScheme>
    <a:fontScheme name="Project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262</TotalTime>
  <Words>2651</Words>
  <Application>Microsoft Office PowerPoint</Application>
  <PresentationFormat>Widescreen</PresentationFormat>
  <Paragraphs>399</Paragraphs>
  <Slides>22</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Cambria</vt:lpstr>
      <vt:lpstr>Courier New</vt:lpstr>
      <vt:lpstr>Times New Roman</vt:lpstr>
      <vt:lpstr>Project Review</vt:lpstr>
      <vt:lpstr>AgriIntelligence – An End-to-End Crop, Weather &amp; Market Analytics Platform</vt:lpstr>
      <vt:lpstr>Introduction &amp; Problem Statement</vt:lpstr>
      <vt:lpstr>Objectives &amp; Scope</vt:lpstr>
      <vt:lpstr>Literature Survey</vt:lpstr>
      <vt:lpstr>Proposed System &amp; Methodology</vt:lpstr>
      <vt:lpstr>System Architecture</vt:lpstr>
      <vt:lpstr>Hardware &amp; Software Requirements</vt:lpstr>
      <vt:lpstr>PowerPoint Presentation</vt:lpstr>
      <vt:lpstr>Data Preprocessing &amp; Exploratory Analysis</vt:lpstr>
      <vt:lpstr>Module-wise Description</vt:lpstr>
      <vt:lpstr>Algorithms &amp; Technologies Used</vt:lpstr>
      <vt:lpstr>Implementation / Model Building</vt:lpstr>
      <vt:lpstr>Working Prototype / Output Screens</vt:lpstr>
      <vt:lpstr>Results &amp; Performance Comparison</vt:lpstr>
      <vt:lpstr>Analysis &amp; Key Findings</vt:lpstr>
      <vt:lpstr>Testing &amp; Validation</vt:lpstr>
      <vt:lpstr>Challenges &amp; Limitations</vt:lpstr>
      <vt:lpstr>Conclusion</vt:lpstr>
      <vt:lpstr>Future Scope &amp; Applications</vt:lpstr>
      <vt:lpstr>Team Contribution</vt:lpstr>
      <vt:lpstr>References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Presentation Template</dc:title>
  <dc:subject>PptxGenJS Presentation</dc:subject>
  <dc:creator>PptxGenJS</dc:creator>
  <cp:lastModifiedBy>khethana ganta</cp:lastModifiedBy>
  <cp:revision>2</cp:revision>
  <dcterms:created xsi:type="dcterms:W3CDTF">2026-10-27T09:31:48Z</dcterms:created>
  <dcterms:modified xsi:type="dcterms:W3CDTF">2026-10-31T04:17:14Z</dcterms:modified>
</cp:coreProperties>
</file>